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8"/>
  </p:notesMasterIdLst>
  <p:sldIdLst>
    <p:sldId id="256" r:id="rId2"/>
    <p:sldId id="259" r:id="rId3"/>
    <p:sldId id="261" r:id="rId4"/>
    <p:sldId id="315" r:id="rId5"/>
    <p:sldId id="268" r:id="rId6"/>
    <p:sldId id="316" r:id="rId7"/>
    <p:sldId id="265" r:id="rId8"/>
    <p:sldId id="317" r:id="rId9"/>
    <p:sldId id="267" r:id="rId10"/>
    <p:sldId id="318" r:id="rId11"/>
    <p:sldId id="280" r:id="rId12"/>
    <p:sldId id="319" r:id="rId13"/>
    <p:sldId id="260" r:id="rId14"/>
    <p:sldId id="320" r:id="rId15"/>
    <p:sldId id="266" r:id="rId16"/>
    <p:sldId id="269" r:id="rId17"/>
  </p:sldIdLst>
  <p:sldSz cx="9144000" cy="5143500" type="screen16x9"/>
  <p:notesSz cx="6858000" cy="9144000"/>
  <p:embeddedFontLst>
    <p:embeddedFont>
      <p:font typeface="Jua" panose="020B0604020202020204" charset="-127"/>
      <p:regular r:id="rId19"/>
    </p:embeddedFont>
    <p:embeddedFont>
      <p:font typeface="Cinzel" panose="020B0604020202020204" charset="0"/>
      <p:regular r:id="rId20"/>
      <p:bold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A8FD72-3378-44DD-9CAF-ED51B2DD9793}">
  <a:tblStyle styleId="{31A8FD72-3378-44DD-9CAF-ED51B2DD97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0eb5cd01b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0eb5cd01b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ee02864a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ee02864a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0ee02864a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0ee02864a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63D220EB-C899-22EC-6437-F6503EC0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ee02864a4_0_13:notes">
            <a:extLst>
              <a:ext uri="{FF2B5EF4-FFF2-40B4-BE49-F238E27FC236}">
                <a16:creationId xmlns:a16="http://schemas.microsoft.com/office/drawing/2014/main" id="{68CB64C3-F3C5-EDE3-D547-E528E8D82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ee02864a4_0_13:notes">
            <a:extLst>
              <a:ext uri="{FF2B5EF4-FFF2-40B4-BE49-F238E27FC236}">
                <a16:creationId xmlns:a16="http://schemas.microsoft.com/office/drawing/2014/main" id="{A75A4779-8ABC-E0C2-A790-8093FC519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44189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1003d90df7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1003d90df7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5C8F1EB8-FA4F-5F5C-5B21-F8579CE2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ee02864a4_0_13:notes">
            <a:extLst>
              <a:ext uri="{FF2B5EF4-FFF2-40B4-BE49-F238E27FC236}">
                <a16:creationId xmlns:a16="http://schemas.microsoft.com/office/drawing/2014/main" id="{0D95BE45-BAB5-0B5B-05FF-22E1E2B073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ee02864a4_0_13:notes">
            <a:extLst>
              <a:ext uri="{FF2B5EF4-FFF2-40B4-BE49-F238E27FC236}">
                <a16:creationId xmlns:a16="http://schemas.microsoft.com/office/drawing/2014/main" id="{B233BF90-33F1-7E84-0165-8CE81B5E45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546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10ee02864a4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10ee02864a4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98A346AC-1F0E-3A00-F277-9E47435CE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ee02864a4_0_13:notes">
            <a:extLst>
              <a:ext uri="{FF2B5EF4-FFF2-40B4-BE49-F238E27FC236}">
                <a16:creationId xmlns:a16="http://schemas.microsoft.com/office/drawing/2014/main" id="{4F7D64EF-C4D3-3A12-F057-C5CEF595ED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ee02864a4_0_13:notes">
            <a:extLst>
              <a:ext uri="{FF2B5EF4-FFF2-40B4-BE49-F238E27FC236}">
                <a16:creationId xmlns:a16="http://schemas.microsoft.com/office/drawing/2014/main" id="{E1DFE640-F36C-76C3-D915-9ED2AF1E8E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95881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10ee02864a4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10ee02864a4_0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3F195FB0-8661-B80A-09C6-3AD072A59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ee02864a4_0_13:notes">
            <a:extLst>
              <a:ext uri="{FF2B5EF4-FFF2-40B4-BE49-F238E27FC236}">
                <a16:creationId xmlns:a16="http://schemas.microsoft.com/office/drawing/2014/main" id="{505E7426-1893-D7F0-4BBC-08D3A46B37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ee02864a4_0_13:notes">
            <a:extLst>
              <a:ext uri="{FF2B5EF4-FFF2-40B4-BE49-F238E27FC236}">
                <a16:creationId xmlns:a16="http://schemas.microsoft.com/office/drawing/2014/main" id="{180A5405-D1DB-2D73-8DD0-632106EA9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2804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10ee02864a4_0_14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10ee02864a4_0_14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8E0B7C9F-24F4-183D-FE7D-F9CA24B5C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ee02864a4_0_13:notes">
            <a:extLst>
              <a:ext uri="{FF2B5EF4-FFF2-40B4-BE49-F238E27FC236}">
                <a16:creationId xmlns:a16="http://schemas.microsoft.com/office/drawing/2014/main" id="{1BB2E1B6-A0E1-4BED-15B0-CD8902B5A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ee02864a4_0_13:notes">
            <a:extLst>
              <a:ext uri="{FF2B5EF4-FFF2-40B4-BE49-F238E27FC236}">
                <a16:creationId xmlns:a16="http://schemas.microsoft.com/office/drawing/2014/main" id="{5406C42B-2646-12A3-6001-0A7D01B56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27513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003d90df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003d90df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3255DD6D-70EF-F14B-EBE7-0F1CF2881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ee02864a4_0_13:notes">
            <a:extLst>
              <a:ext uri="{FF2B5EF4-FFF2-40B4-BE49-F238E27FC236}">
                <a16:creationId xmlns:a16="http://schemas.microsoft.com/office/drawing/2014/main" id="{7CF6BF2E-02FB-A297-A319-8007C758E9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ee02864a4_0_13:notes">
            <a:extLst>
              <a:ext uri="{FF2B5EF4-FFF2-40B4-BE49-F238E27FC236}">
                <a16:creationId xmlns:a16="http://schemas.microsoft.com/office/drawing/2014/main" id="{A596FA8A-314F-FEC5-B21C-C4911C47B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9370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0ee02864a4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10ee02864a4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10ee02864a4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10ee02864a4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 rot="-492">
            <a:off x="2474250" y="3479751"/>
            <a:ext cx="4195500" cy="42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8200" y="1237225"/>
            <a:ext cx="6267900" cy="223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597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580988"/>
            <a:ext cx="1863600" cy="1805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1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 rot="455">
            <a:off x="720000" y="4048313"/>
            <a:ext cx="4534800" cy="3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7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1519838" y="1166488"/>
            <a:ext cx="29076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Jua"/>
              <a:buNone/>
              <a:defRPr sz="3100" b="1">
                <a:latin typeface="Cinzel"/>
                <a:ea typeface="Cinzel"/>
                <a:cs typeface="Cinzel"/>
                <a:sym typeface="Cinzel"/>
              </a:defRPr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4716563" y="1166488"/>
            <a:ext cx="2907600" cy="6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Jua"/>
              <a:buNone/>
              <a:defRPr sz="3100" b="1">
                <a:latin typeface="Cinzel"/>
                <a:ea typeface="Cinzel"/>
                <a:cs typeface="Cinzel"/>
                <a:sym typeface="Cinzel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Jua"/>
              <a:buNone/>
              <a:defRPr sz="2000" b="1">
                <a:latin typeface="Jua"/>
                <a:ea typeface="Jua"/>
                <a:cs typeface="Jua"/>
                <a:sym typeface="Jua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1519838" y="2949813"/>
            <a:ext cx="2907600" cy="10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4716563" y="2949813"/>
            <a:ext cx="2907600" cy="10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48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1139000" y="955050"/>
            <a:ext cx="6866100" cy="32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48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1256400" y="1492013"/>
            <a:ext cx="66312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004050" y="2482388"/>
            <a:ext cx="5135700" cy="11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48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720000" y="2324613"/>
            <a:ext cx="4136100" cy="2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1"/>
          </p:nvPr>
        </p:nvSpPr>
        <p:spPr>
          <a:xfrm>
            <a:off x="5249700" y="2441475"/>
            <a:ext cx="3174300" cy="16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_1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59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041538" y="1798088"/>
            <a:ext cx="4090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3041538" y="2185662"/>
            <a:ext cx="4090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 idx="2"/>
          </p:nvPr>
        </p:nvSpPr>
        <p:spPr>
          <a:xfrm>
            <a:off x="3041538" y="3254275"/>
            <a:ext cx="4090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3"/>
          </p:nvPr>
        </p:nvSpPr>
        <p:spPr>
          <a:xfrm>
            <a:off x="3041538" y="3641827"/>
            <a:ext cx="4090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486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title" idx="2"/>
          </p:nvPr>
        </p:nvSpPr>
        <p:spPr>
          <a:xfrm>
            <a:off x="3193938" y="1180888"/>
            <a:ext cx="4090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3193938" y="1568439"/>
            <a:ext cx="4090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title" idx="3"/>
          </p:nvPr>
        </p:nvSpPr>
        <p:spPr>
          <a:xfrm>
            <a:off x="3193938" y="2381163"/>
            <a:ext cx="4090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ubTitle" idx="4"/>
          </p:nvPr>
        </p:nvSpPr>
        <p:spPr>
          <a:xfrm>
            <a:off x="3193938" y="2768721"/>
            <a:ext cx="4090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 idx="5"/>
          </p:nvPr>
        </p:nvSpPr>
        <p:spPr>
          <a:xfrm>
            <a:off x="3193938" y="3581450"/>
            <a:ext cx="4090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6"/>
          </p:nvPr>
        </p:nvSpPr>
        <p:spPr>
          <a:xfrm>
            <a:off x="3193938" y="3969002"/>
            <a:ext cx="4090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59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title" idx="2"/>
          </p:nvPr>
        </p:nvSpPr>
        <p:spPr>
          <a:xfrm>
            <a:off x="910498" y="1842913"/>
            <a:ext cx="24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910509" y="2200838"/>
            <a:ext cx="24681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title" idx="3"/>
          </p:nvPr>
        </p:nvSpPr>
        <p:spPr>
          <a:xfrm>
            <a:off x="5765399" y="1842913"/>
            <a:ext cx="24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subTitle" idx="4"/>
          </p:nvPr>
        </p:nvSpPr>
        <p:spPr>
          <a:xfrm>
            <a:off x="5765407" y="2200838"/>
            <a:ext cx="24681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title" idx="5"/>
          </p:nvPr>
        </p:nvSpPr>
        <p:spPr>
          <a:xfrm>
            <a:off x="910488" y="3121088"/>
            <a:ext cx="24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subTitle" idx="6"/>
          </p:nvPr>
        </p:nvSpPr>
        <p:spPr>
          <a:xfrm>
            <a:off x="910498" y="3479013"/>
            <a:ext cx="24681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 idx="7"/>
          </p:nvPr>
        </p:nvSpPr>
        <p:spPr>
          <a:xfrm>
            <a:off x="5765388" y="3121088"/>
            <a:ext cx="2468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8"/>
          </p:nvPr>
        </p:nvSpPr>
        <p:spPr>
          <a:xfrm>
            <a:off x="5765396" y="3479013"/>
            <a:ext cx="2468100" cy="5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592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title" idx="2"/>
          </p:nvPr>
        </p:nvSpPr>
        <p:spPr>
          <a:xfrm>
            <a:off x="1680532" y="1355963"/>
            <a:ext cx="274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1"/>
          </p:nvPr>
        </p:nvSpPr>
        <p:spPr>
          <a:xfrm>
            <a:off x="1680532" y="1713888"/>
            <a:ext cx="27417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3"/>
          </p:nvPr>
        </p:nvSpPr>
        <p:spPr>
          <a:xfrm>
            <a:off x="1680525" y="3755181"/>
            <a:ext cx="274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ubTitle" idx="4"/>
          </p:nvPr>
        </p:nvSpPr>
        <p:spPr>
          <a:xfrm>
            <a:off x="1680532" y="4127887"/>
            <a:ext cx="2741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 idx="5"/>
          </p:nvPr>
        </p:nvSpPr>
        <p:spPr>
          <a:xfrm>
            <a:off x="1680532" y="2555565"/>
            <a:ext cx="274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ubTitle" idx="6"/>
          </p:nvPr>
        </p:nvSpPr>
        <p:spPr>
          <a:xfrm>
            <a:off x="1680532" y="2913509"/>
            <a:ext cx="27417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title" idx="7"/>
          </p:nvPr>
        </p:nvSpPr>
        <p:spPr>
          <a:xfrm>
            <a:off x="4725950" y="3708222"/>
            <a:ext cx="274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subTitle" idx="8"/>
          </p:nvPr>
        </p:nvSpPr>
        <p:spPr>
          <a:xfrm>
            <a:off x="4725957" y="4066163"/>
            <a:ext cx="2741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title" idx="9"/>
          </p:nvPr>
        </p:nvSpPr>
        <p:spPr>
          <a:xfrm>
            <a:off x="4725951" y="1355963"/>
            <a:ext cx="274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ubTitle" idx="13"/>
          </p:nvPr>
        </p:nvSpPr>
        <p:spPr>
          <a:xfrm>
            <a:off x="4725956" y="1713887"/>
            <a:ext cx="27417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title" idx="14"/>
          </p:nvPr>
        </p:nvSpPr>
        <p:spPr>
          <a:xfrm>
            <a:off x="4725951" y="2555561"/>
            <a:ext cx="27417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5"/>
          </p:nvPr>
        </p:nvSpPr>
        <p:spPr>
          <a:xfrm>
            <a:off x="4725956" y="2913504"/>
            <a:ext cx="27417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7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7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7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LANK_1_1_1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616">
              <a:alpha val="7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100"/>
              <a:buFont typeface="Cinzel"/>
              <a:buNone/>
              <a:defRPr sz="3100" b="1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8" r:id="rId6"/>
    <p:sldLayoutId id="2147483661" r:id="rId7"/>
    <p:sldLayoutId id="2147483664" r:id="rId8"/>
    <p:sldLayoutId id="2147483665" r:id="rId9"/>
    <p:sldLayoutId id="2147483667" r:id="rId10"/>
    <p:sldLayoutId id="2147483668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5"/>
          <p:cNvSpPr txBox="1">
            <a:spLocks noGrp="1"/>
          </p:cNvSpPr>
          <p:nvPr>
            <p:ph type="subTitle" idx="1"/>
          </p:nvPr>
        </p:nvSpPr>
        <p:spPr>
          <a:xfrm rot="-492">
            <a:off x="2474250" y="3479751"/>
            <a:ext cx="4195500" cy="426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Изготвил: Денис Ангелов</a:t>
            </a:r>
            <a:endParaRPr dirty="0"/>
          </a:p>
        </p:txBody>
      </p:sp>
      <p:sp>
        <p:nvSpPr>
          <p:cNvPr id="198" name="Google Shape;198;p35"/>
          <p:cNvSpPr txBox="1">
            <a:spLocks noGrp="1"/>
          </p:cNvSpPr>
          <p:nvPr>
            <p:ph type="ctrTitle"/>
          </p:nvPr>
        </p:nvSpPr>
        <p:spPr>
          <a:xfrm>
            <a:off x="1438200" y="1237225"/>
            <a:ext cx="6267900" cy="22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8000" dirty="0"/>
              <a:t>Cosmic Explorer</a:t>
            </a:r>
            <a:endParaRPr sz="51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Обща информация</a:t>
            </a:r>
            <a:endParaRPr dirty="0"/>
          </a:p>
        </p:txBody>
      </p:sp>
      <p:sp>
        <p:nvSpPr>
          <p:cNvPr id="227" name="Google Shape;227;p38"/>
          <p:cNvSpPr txBox="1">
            <a:spLocks noGrp="1"/>
          </p:cNvSpPr>
          <p:nvPr>
            <p:ph type="title" idx="2"/>
          </p:nvPr>
        </p:nvSpPr>
        <p:spPr>
          <a:xfrm>
            <a:off x="720000" y="580988"/>
            <a:ext cx="1863600" cy="180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>
            <a:spLocks noGrp="1"/>
          </p:cNvSpPr>
          <p:nvPr>
            <p:ph type="title"/>
          </p:nvPr>
        </p:nvSpPr>
        <p:spPr>
          <a:xfrm>
            <a:off x="110399" y="541050"/>
            <a:ext cx="4721795" cy="20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Обща информация</a:t>
            </a:r>
            <a:endParaRPr dirty="0"/>
          </a:p>
        </p:txBody>
      </p:sp>
      <p:sp>
        <p:nvSpPr>
          <p:cNvPr id="240" name="Google Shape;240;p40"/>
          <p:cNvSpPr txBox="1">
            <a:spLocks noGrp="1"/>
          </p:cNvSpPr>
          <p:nvPr>
            <p:ph type="subTitle" idx="1"/>
          </p:nvPr>
        </p:nvSpPr>
        <p:spPr>
          <a:xfrm>
            <a:off x="2906752" y="2933250"/>
            <a:ext cx="5546985" cy="16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 err="1"/>
              <a:t>Cosmic</a:t>
            </a:r>
            <a:r>
              <a:rPr lang="ru-RU" dirty="0"/>
              <a:t> Explorer M12 е уеб </a:t>
            </a:r>
            <a:r>
              <a:rPr lang="ru-RU" dirty="0" err="1"/>
              <a:t>базирана</a:t>
            </a:r>
            <a:r>
              <a:rPr lang="ru-RU" dirty="0"/>
              <a:t> система за каталог, </a:t>
            </a:r>
            <a:r>
              <a:rPr lang="ru-RU" dirty="0" err="1"/>
              <a:t>която</a:t>
            </a:r>
            <a:r>
              <a:rPr lang="ru-RU" dirty="0"/>
              <a:t>:</a:t>
            </a:r>
          </a:p>
          <a:p>
            <a:r>
              <a:rPr lang="ru-RU" dirty="0" err="1"/>
              <a:t>Управлява</a:t>
            </a:r>
            <a:r>
              <a:rPr lang="ru-RU" dirty="0"/>
              <a:t> космически </a:t>
            </a:r>
            <a:r>
              <a:rPr lang="ru-RU" dirty="0" err="1"/>
              <a:t>обекти</a:t>
            </a:r>
            <a:endParaRPr lang="ru-RU" dirty="0"/>
          </a:p>
          <a:p>
            <a:r>
              <a:rPr lang="ru-RU" dirty="0" err="1"/>
              <a:t>Организира</a:t>
            </a:r>
            <a:r>
              <a:rPr lang="ru-RU" dirty="0"/>
              <a:t> </a:t>
            </a:r>
            <a:r>
              <a:rPr lang="ru-RU" dirty="0" err="1"/>
              <a:t>ги</a:t>
            </a:r>
            <a:r>
              <a:rPr lang="ru-RU" dirty="0"/>
              <a:t> по категории</a:t>
            </a:r>
          </a:p>
          <a:p>
            <a:r>
              <a:rPr lang="ru-RU" dirty="0" err="1"/>
              <a:t>Свързва</a:t>
            </a:r>
            <a:r>
              <a:rPr lang="ru-RU" dirty="0"/>
              <a:t> основатели с космически </a:t>
            </a:r>
            <a:r>
              <a:rPr lang="ru-RU" dirty="0" err="1"/>
              <a:t>обекти</a:t>
            </a:r>
            <a:endParaRPr lang="ru-RU" dirty="0"/>
          </a:p>
          <a:p>
            <a:r>
              <a:rPr lang="ru-RU" dirty="0" err="1"/>
              <a:t>Поддържа</a:t>
            </a:r>
            <a:r>
              <a:rPr lang="ru-RU" dirty="0"/>
              <a:t> </a:t>
            </a:r>
            <a:r>
              <a:rPr lang="ru-RU" dirty="0" err="1"/>
              <a:t>потребителска</a:t>
            </a:r>
            <a:r>
              <a:rPr lang="ru-RU" dirty="0"/>
              <a:t> </a:t>
            </a:r>
            <a:r>
              <a:rPr lang="ru-RU" dirty="0" err="1"/>
              <a:t>автентикация</a:t>
            </a:r>
            <a:endParaRPr lang="ru-RU" dirty="0"/>
          </a:p>
          <a:p>
            <a:r>
              <a:rPr lang="ru-RU" dirty="0" err="1"/>
              <a:t>Използва</a:t>
            </a:r>
            <a:r>
              <a:rPr lang="ru-RU" dirty="0"/>
              <a:t> </a:t>
            </a:r>
            <a:r>
              <a:rPr lang="ru-RU" dirty="0" err="1"/>
              <a:t>релационна</a:t>
            </a:r>
            <a:r>
              <a:rPr lang="ru-RU" dirty="0"/>
              <a:t> база </a:t>
            </a:r>
            <a:r>
              <a:rPr lang="ru-RU" dirty="0" err="1"/>
              <a:t>данни</a:t>
            </a:r>
            <a:r>
              <a:rPr lang="ru-RU" dirty="0"/>
              <a:t> с </a:t>
            </a:r>
            <a:r>
              <a:rPr lang="ru-RU" dirty="0" err="1"/>
              <a:t>Entity</a:t>
            </a:r>
            <a:r>
              <a:rPr lang="ru-RU" dirty="0"/>
              <a:t> Framework 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BFC3F619-9B41-A2A7-ABE3-459B575E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>
            <a:extLst>
              <a:ext uri="{FF2B5EF4-FFF2-40B4-BE49-F238E27FC236}">
                <a16:creationId xmlns:a16="http://schemas.microsoft.com/office/drawing/2014/main" id="{A0CEB2B9-9D5B-54EF-81A6-3F143F9865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Използвани технологии</a:t>
            </a:r>
            <a:endParaRPr dirty="0"/>
          </a:p>
        </p:txBody>
      </p:sp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CA2545F3-4865-C81C-E2B4-25256BEB778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9600" y="579863"/>
            <a:ext cx="1974000" cy="1806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02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5674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7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Използвани технологии</a:t>
            </a:r>
            <a:endParaRPr dirty="0"/>
          </a:p>
        </p:txBody>
      </p:sp>
      <p:sp>
        <p:nvSpPr>
          <p:cNvPr id="747" name="Google Shape;747;p47"/>
          <p:cNvSpPr txBox="1">
            <a:spLocks noGrp="1"/>
          </p:cNvSpPr>
          <p:nvPr>
            <p:ph type="title" idx="2"/>
          </p:nvPr>
        </p:nvSpPr>
        <p:spPr>
          <a:xfrm>
            <a:off x="3193938" y="1180888"/>
            <a:ext cx="4090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ASP.NET Core 8 (MVC </a:t>
            </a:r>
            <a:r>
              <a:rPr lang="bg-BG" dirty="0"/>
              <a:t>архитектура)</a:t>
            </a:r>
            <a:endParaRPr dirty="0"/>
          </a:p>
        </p:txBody>
      </p:sp>
      <p:sp>
        <p:nvSpPr>
          <p:cNvPr id="749" name="Google Shape;749;p47"/>
          <p:cNvSpPr txBox="1">
            <a:spLocks noGrp="1"/>
          </p:cNvSpPr>
          <p:nvPr>
            <p:ph type="title" idx="3"/>
          </p:nvPr>
        </p:nvSpPr>
        <p:spPr>
          <a:xfrm>
            <a:off x="3193938" y="2381163"/>
            <a:ext cx="4090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Entity Framework Core</a:t>
            </a:r>
            <a:endParaRPr dirty="0"/>
          </a:p>
        </p:txBody>
      </p:sp>
      <p:sp>
        <p:nvSpPr>
          <p:cNvPr id="751" name="Google Shape;751;p47"/>
          <p:cNvSpPr txBox="1">
            <a:spLocks noGrp="1"/>
          </p:cNvSpPr>
          <p:nvPr>
            <p:ph type="title" idx="5"/>
          </p:nvPr>
        </p:nvSpPr>
        <p:spPr>
          <a:xfrm>
            <a:off x="3193938" y="3581450"/>
            <a:ext cx="4090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SQL </a:t>
            </a:r>
            <a:r>
              <a:rPr lang="bg-BG" dirty="0"/>
              <a:t>база данни</a:t>
            </a:r>
            <a:endParaRPr dirty="0"/>
          </a:p>
        </p:txBody>
      </p:sp>
      <p:sp>
        <p:nvSpPr>
          <p:cNvPr id="753" name="Google Shape;753;p47"/>
          <p:cNvSpPr/>
          <p:nvPr/>
        </p:nvSpPr>
        <p:spPr>
          <a:xfrm>
            <a:off x="1859563" y="1306675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47"/>
          <p:cNvSpPr/>
          <p:nvPr/>
        </p:nvSpPr>
        <p:spPr>
          <a:xfrm>
            <a:off x="1859563" y="2506975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47"/>
          <p:cNvSpPr/>
          <p:nvPr/>
        </p:nvSpPr>
        <p:spPr>
          <a:xfrm>
            <a:off x="1859563" y="3707312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6" name="Google Shape;756;p47"/>
          <p:cNvGrpSpPr/>
          <p:nvPr/>
        </p:nvGrpSpPr>
        <p:grpSpPr>
          <a:xfrm>
            <a:off x="2059261" y="3907000"/>
            <a:ext cx="347899" cy="355130"/>
            <a:chOff x="2418898" y="1425475"/>
            <a:chExt cx="347899" cy="355130"/>
          </a:xfrm>
        </p:grpSpPr>
        <p:sp>
          <p:nvSpPr>
            <p:cNvPr id="757" name="Google Shape;757;p47"/>
            <p:cNvSpPr/>
            <p:nvPr/>
          </p:nvSpPr>
          <p:spPr>
            <a:xfrm>
              <a:off x="2515992" y="1611947"/>
              <a:ext cx="10441" cy="10411"/>
            </a:xfrm>
            <a:custGeom>
              <a:avLst/>
              <a:gdLst/>
              <a:ahLst/>
              <a:cxnLst/>
              <a:rect l="l" t="t" r="r" b="b"/>
              <a:pathLst>
                <a:path w="341" h="340" extrusionOk="0">
                  <a:moveTo>
                    <a:pt x="0" y="1"/>
                  </a:moveTo>
                  <a:lnTo>
                    <a:pt x="0" y="339"/>
                  </a:lnTo>
                  <a:lnTo>
                    <a:pt x="341" y="339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47"/>
            <p:cNvSpPr/>
            <p:nvPr/>
          </p:nvSpPr>
          <p:spPr>
            <a:xfrm>
              <a:off x="2498661" y="1611947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1"/>
                  </a:moveTo>
                  <a:lnTo>
                    <a:pt x="1" y="339"/>
                  </a:lnTo>
                  <a:lnTo>
                    <a:pt x="340" y="339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47"/>
            <p:cNvSpPr/>
            <p:nvPr/>
          </p:nvSpPr>
          <p:spPr>
            <a:xfrm>
              <a:off x="2533353" y="1611947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1"/>
                  </a:moveTo>
                  <a:lnTo>
                    <a:pt x="0" y="339"/>
                  </a:lnTo>
                  <a:lnTo>
                    <a:pt x="339" y="339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47"/>
            <p:cNvSpPr/>
            <p:nvPr/>
          </p:nvSpPr>
          <p:spPr>
            <a:xfrm>
              <a:off x="2446639" y="1425475"/>
              <a:ext cx="161184" cy="150620"/>
            </a:xfrm>
            <a:custGeom>
              <a:avLst/>
              <a:gdLst/>
              <a:ahLst/>
              <a:cxnLst/>
              <a:rect l="l" t="t" r="r" b="b"/>
              <a:pathLst>
                <a:path w="5264" h="4919" extrusionOk="0">
                  <a:moveTo>
                    <a:pt x="2435" y="1"/>
                  </a:moveTo>
                  <a:cubicBezTo>
                    <a:pt x="1426" y="1"/>
                    <a:pt x="515" y="521"/>
                    <a:pt x="0" y="1394"/>
                  </a:cubicBezTo>
                  <a:lnTo>
                    <a:pt x="294" y="1566"/>
                  </a:lnTo>
                  <a:cubicBezTo>
                    <a:pt x="747" y="800"/>
                    <a:pt x="1546" y="339"/>
                    <a:pt x="2435" y="339"/>
                  </a:cubicBezTo>
                  <a:cubicBezTo>
                    <a:pt x="3809" y="339"/>
                    <a:pt x="4925" y="1454"/>
                    <a:pt x="4925" y="2822"/>
                  </a:cubicBezTo>
                  <a:cubicBezTo>
                    <a:pt x="4925" y="3106"/>
                    <a:pt x="4874" y="3389"/>
                    <a:pt x="4778" y="3663"/>
                  </a:cubicBezTo>
                  <a:lnTo>
                    <a:pt x="4371" y="4804"/>
                  </a:lnTo>
                  <a:lnTo>
                    <a:pt x="4689" y="4918"/>
                  </a:lnTo>
                  <a:lnTo>
                    <a:pt x="5097" y="3777"/>
                  </a:lnTo>
                  <a:cubicBezTo>
                    <a:pt x="5208" y="3465"/>
                    <a:pt x="5264" y="3146"/>
                    <a:pt x="5264" y="2822"/>
                  </a:cubicBezTo>
                  <a:cubicBezTo>
                    <a:pt x="5264" y="1267"/>
                    <a:pt x="3995" y="1"/>
                    <a:pt x="24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47"/>
            <p:cNvSpPr/>
            <p:nvPr/>
          </p:nvSpPr>
          <p:spPr>
            <a:xfrm>
              <a:off x="2494344" y="1653283"/>
              <a:ext cx="26884" cy="58270"/>
            </a:xfrm>
            <a:custGeom>
              <a:avLst/>
              <a:gdLst/>
              <a:ahLst/>
              <a:cxnLst/>
              <a:rect l="l" t="t" r="r" b="b"/>
              <a:pathLst>
                <a:path w="878" h="1903" extrusionOk="0">
                  <a:moveTo>
                    <a:pt x="341" y="0"/>
                  </a:moveTo>
                  <a:lnTo>
                    <a:pt x="0" y="17"/>
                  </a:lnTo>
                  <a:lnTo>
                    <a:pt x="53" y="1117"/>
                  </a:lnTo>
                  <a:cubicBezTo>
                    <a:pt x="73" y="1559"/>
                    <a:pt x="435" y="1903"/>
                    <a:pt x="877" y="1903"/>
                  </a:cubicBezTo>
                  <a:lnTo>
                    <a:pt x="877" y="1564"/>
                  </a:lnTo>
                  <a:cubicBezTo>
                    <a:pt x="616" y="1564"/>
                    <a:pt x="406" y="1359"/>
                    <a:pt x="394" y="1102"/>
                  </a:cubicBezTo>
                  <a:lnTo>
                    <a:pt x="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47"/>
            <p:cNvSpPr/>
            <p:nvPr/>
          </p:nvSpPr>
          <p:spPr>
            <a:xfrm>
              <a:off x="2536017" y="1653222"/>
              <a:ext cx="12003" cy="34264"/>
            </a:xfrm>
            <a:custGeom>
              <a:avLst/>
              <a:gdLst/>
              <a:ahLst/>
              <a:cxnLst/>
              <a:rect l="l" t="t" r="r" b="b"/>
              <a:pathLst>
                <a:path w="392" h="1119" extrusionOk="0">
                  <a:moveTo>
                    <a:pt x="53" y="1"/>
                  </a:moveTo>
                  <a:lnTo>
                    <a:pt x="0" y="1102"/>
                  </a:lnTo>
                  <a:lnTo>
                    <a:pt x="341" y="1119"/>
                  </a:lnTo>
                  <a:lnTo>
                    <a:pt x="392" y="17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47"/>
            <p:cNvSpPr/>
            <p:nvPr/>
          </p:nvSpPr>
          <p:spPr>
            <a:xfrm>
              <a:off x="2551143" y="1456768"/>
              <a:ext cx="35825" cy="77438"/>
            </a:xfrm>
            <a:custGeom>
              <a:avLst/>
              <a:gdLst/>
              <a:ahLst/>
              <a:cxnLst/>
              <a:rect l="l" t="t" r="r" b="b"/>
              <a:pathLst>
                <a:path w="1170" h="2529" extrusionOk="0">
                  <a:moveTo>
                    <a:pt x="187" y="1"/>
                  </a:moveTo>
                  <a:lnTo>
                    <a:pt x="1" y="285"/>
                  </a:lnTo>
                  <a:cubicBezTo>
                    <a:pt x="193" y="410"/>
                    <a:pt x="361" y="573"/>
                    <a:pt x="497" y="765"/>
                  </a:cubicBezTo>
                  <a:cubicBezTo>
                    <a:pt x="715" y="1073"/>
                    <a:pt x="831" y="1432"/>
                    <a:pt x="831" y="1800"/>
                  </a:cubicBezTo>
                  <a:cubicBezTo>
                    <a:pt x="831" y="2006"/>
                    <a:pt x="794" y="2215"/>
                    <a:pt x="722" y="2414"/>
                  </a:cubicBezTo>
                  <a:lnTo>
                    <a:pt x="1043" y="2528"/>
                  </a:lnTo>
                  <a:cubicBezTo>
                    <a:pt x="1126" y="2289"/>
                    <a:pt x="1170" y="2044"/>
                    <a:pt x="1170" y="1800"/>
                  </a:cubicBezTo>
                  <a:cubicBezTo>
                    <a:pt x="1170" y="1361"/>
                    <a:pt x="1034" y="937"/>
                    <a:pt x="776" y="571"/>
                  </a:cubicBezTo>
                  <a:cubicBezTo>
                    <a:pt x="615" y="341"/>
                    <a:pt x="416" y="149"/>
                    <a:pt x="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47"/>
            <p:cNvSpPr/>
            <p:nvPr/>
          </p:nvSpPr>
          <p:spPr>
            <a:xfrm>
              <a:off x="2521197" y="1446327"/>
              <a:ext cx="11299" cy="11207"/>
            </a:xfrm>
            <a:custGeom>
              <a:avLst/>
              <a:gdLst/>
              <a:ahLst/>
              <a:cxnLst/>
              <a:rect l="l" t="t" r="r" b="b"/>
              <a:pathLst>
                <a:path w="369" h="366" extrusionOk="0">
                  <a:moveTo>
                    <a:pt x="0" y="1"/>
                  </a:moveTo>
                  <a:lnTo>
                    <a:pt x="0" y="342"/>
                  </a:lnTo>
                  <a:cubicBezTo>
                    <a:pt x="105" y="342"/>
                    <a:pt x="209" y="351"/>
                    <a:pt x="310" y="365"/>
                  </a:cubicBezTo>
                  <a:lnTo>
                    <a:pt x="368" y="30"/>
                  </a:lnTo>
                  <a:cubicBezTo>
                    <a:pt x="247" y="10"/>
                    <a:pt x="125" y="1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2536782" y="1448899"/>
              <a:ext cx="13503" cy="13442"/>
            </a:xfrm>
            <a:custGeom>
              <a:avLst/>
              <a:gdLst/>
              <a:ahLst/>
              <a:cxnLst/>
              <a:rect l="l" t="t" r="r" b="b"/>
              <a:pathLst>
                <a:path w="441" h="439" extrusionOk="0">
                  <a:moveTo>
                    <a:pt x="97" y="0"/>
                  </a:moveTo>
                  <a:lnTo>
                    <a:pt x="1" y="326"/>
                  </a:lnTo>
                  <a:cubicBezTo>
                    <a:pt x="100" y="357"/>
                    <a:pt x="198" y="393"/>
                    <a:pt x="289" y="439"/>
                  </a:cubicBezTo>
                  <a:lnTo>
                    <a:pt x="441" y="134"/>
                  </a:lnTo>
                  <a:cubicBezTo>
                    <a:pt x="330" y="80"/>
                    <a:pt x="214" y="35"/>
                    <a:pt x="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47"/>
            <p:cNvSpPr/>
            <p:nvPr/>
          </p:nvSpPr>
          <p:spPr>
            <a:xfrm>
              <a:off x="2451998" y="1474129"/>
              <a:ext cx="23945" cy="60076"/>
            </a:xfrm>
            <a:custGeom>
              <a:avLst/>
              <a:gdLst/>
              <a:ahLst/>
              <a:cxnLst/>
              <a:rect l="l" t="t" r="r" b="b"/>
              <a:pathLst>
                <a:path w="782" h="1962" extrusionOk="0">
                  <a:moveTo>
                    <a:pt x="505" y="1"/>
                  </a:moveTo>
                  <a:cubicBezTo>
                    <a:pt x="97" y="579"/>
                    <a:pt x="1" y="1293"/>
                    <a:pt x="238" y="1961"/>
                  </a:cubicBezTo>
                  <a:lnTo>
                    <a:pt x="557" y="1847"/>
                  </a:lnTo>
                  <a:cubicBezTo>
                    <a:pt x="358" y="1285"/>
                    <a:pt x="439" y="686"/>
                    <a:pt x="782" y="198"/>
                  </a:cubicBezTo>
                  <a:lnTo>
                    <a:pt x="5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47"/>
            <p:cNvSpPr/>
            <p:nvPr/>
          </p:nvSpPr>
          <p:spPr>
            <a:xfrm>
              <a:off x="2461612" y="1543421"/>
              <a:ext cx="54136" cy="40755"/>
            </a:xfrm>
            <a:custGeom>
              <a:avLst/>
              <a:gdLst/>
              <a:ahLst/>
              <a:cxnLst/>
              <a:rect l="l" t="t" r="r" b="b"/>
              <a:pathLst>
                <a:path w="1768" h="1331" extrusionOk="0">
                  <a:moveTo>
                    <a:pt x="607" y="341"/>
                  </a:moveTo>
                  <a:cubicBezTo>
                    <a:pt x="1002" y="341"/>
                    <a:pt x="1332" y="619"/>
                    <a:pt x="1410" y="990"/>
                  </a:cubicBezTo>
                  <a:lnTo>
                    <a:pt x="1164" y="990"/>
                  </a:lnTo>
                  <a:cubicBezTo>
                    <a:pt x="769" y="990"/>
                    <a:pt x="439" y="713"/>
                    <a:pt x="361" y="341"/>
                  </a:cubicBezTo>
                  <a:close/>
                  <a:moveTo>
                    <a:pt x="4" y="1"/>
                  </a:moveTo>
                  <a:lnTo>
                    <a:pt x="4" y="171"/>
                  </a:lnTo>
                  <a:cubicBezTo>
                    <a:pt x="0" y="809"/>
                    <a:pt x="522" y="1331"/>
                    <a:pt x="1164" y="1331"/>
                  </a:cubicBezTo>
                  <a:lnTo>
                    <a:pt x="1767" y="1331"/>
                  </a:lnTo>
                  <a:lnTo>
                    <a:pt x="1767" y="1160"/>
                  </a:lnTo>
                  <a:cubicBezTo>
                    <a:pt x="1767" y="523"/>
                    <a:pt x="1247" y="1"/>
                    <a:pt x="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47"/>
            <p:cNvSpPr/>
            <p:nvPr/>
          </p:nvSpPr>
          <p:spPr>
            <a:xfrm>
              <a:off x="2526678" y="1543421"/>
              <a:ext cx="54075" cy="40755"/>
            </a:xfrm>
            <a:custGeom>
              <a:avLst/>
              <a:gdLst/>
              <a:ahLst/>
              <a:cxnLst/>
              <a:rect l="l" t="t" r="r" b="b"/>
              <a:pathLst>
                <a:path w="1766" h="1331" extrusionOk="0">
                  <a:moveTo>
                    <a:pt x="1405" y="341"/>
                  </a:moveTo>
                  <a:cubicBezTo>
                    <a:pt x="1331" y="713"/>
                    <a:pt x="999" y="990"/>
                    <a:pt x="606" y="990"/>
                  </a:cubicBezTo>
                  <a:lnTo>
                    <a:pt x="356" y="990"/>
                  </a:lnTo>
                  <a:cubicBezTo>
                    <a:pt x="436" y="619"/>
                    <a:pt x="764" y="341"/>
                    <a:pt x="1159" y="341"/>
                  </a:cubicBezTo>
                  <a:close/>
                  <a:moveTo>
                    <a:pt x="1160" y="1"/>
                  </a:moveTo>
                  <a:cubicBezTo>
                    <a:pt x="521" y="1"/>
                    <a:pt x="1" y="523"/>
                    <a:pt x="1" y="1160"/>
                  </a:cubicBezTo>
                  <a:lnTo>
                    <a:pt x="1" y="1331"/>
                  </a:lnTo>
                  <a:lnTo>
                    <a:pt x="606" y="1331"/>
                  </a:lnTo>
                  <a:cubicBezTo>
                    <a:pt x="1244" y="1331"/>
                    <a:pt x="1766" y="809"/>
                    <a:pt x="1766" y="171"/>
                  </a:cubicBezTo>
                  <a:lnTo>
                    <a:pt x="17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47"/>
            <p:cNvSpPr/>
            <p:nvPr/>
          </p:nvSpPr>
          <p:spPr>
            <a:xfrm>
              <a:off x="2418898" y="1477957"/>
              <a:ext cx="204633" cy="302648"/>
            </a:xfrm>
            <a:custGeom>
              <a:avLst/>
              <a:gdLst/>
              <a:ahLst/>
              <a:cxnLst/>
              <a:rect l="l" t="t" r="r" b="b"/>
              <a:pathLst>
                <a:path w="6683" h="9884" extrusionOk="0">
                  <a:moveTo>
                    <a:pt x="741" y="1"/>
                  </a:moveTo>
                  <a:cubicBezTo>
                    <a:pt x="589" y="354"/>
                    <a:pt x="513" y="727"/>
                    <a:pt x="513" y="1108"/>
                  </a:cubicBezTo>
                  <a:cubicBezTo>
                    <a:pt x="513" y="1432"/>
                    <a:pt x="569" y="1751"/>
                    <a:pt x="680" y="2063"/>
                  </a:cubicBezTo>
                  <a:lnTo>
                    <a:pt x="1515" y="4404"/>
                  </a:lnTo>
                  <a:cubicBezTo>
                    <a:pt x="1674" y="4846"/>
                    <a:pt x="1765" y="5306"/>
                    <a:pt x="1787" y="5774"/>
                  </a:cubicBezTo>
                  <a:lnTo>
                    <a:pt x="1839" y="6875"/>
                  </a:lnTo>
                  <a:cubicBezTo>
                    <a:pt x="1861" y="7319"/>
                    <a:pt x="2071" y="7709"/>
                    <a:pt x="2390" y="7970"/>
                  </a:cubicBezTo>
                  <a:lnTo>
                    <a:pt x="2064" y="7970"/>
                  </a:lnTo>
                  <a:lnTo>
                    <a:pt x="2064" y="8308"/>
                  </a:lnTo>
                  <a:lnTo>
                    <a:pt x="5744" y="8308"/>
                  </a:lnTo>
                  <a:lnTo>
                    <a:pt x="6342" y="8906"/>
                  </a:lnTo>
                  <a:lnTo>
                    <a:pt x="6342" y="9542"/>
                  </a:lnTo>
                  <a:lnTo>
                    <a:pt x="341" y="9542"/>
                  </a:lnTo>
                  <a:lnTo>
                    <a:pt x="341" y="8906"/>
                  </a:lnTo>
                  <a:lnTo>
                    <a:pt x="939" y="8308"/>
                  </a:lnTo>
                  <a:lnTo>
                    <a:pt x="1722" y="8308"/>
                  </a:lnTo>
                  <a:lnTo>
                    <a:pt x="1722" y="7970"/>
                  </a:lnTo>
                  <a:lnTo>
                    <a:pt x="797" y="7970"/>
                  </a:lnTo>
                  <a:lnTo>
                    <a:pt x="0" y="8767"/>
                  </a:lnTo>
                  <a:lnTo>
                    <a:pt x="0" y="9883"/>
                  </a:lnTo>
                  <a:lnTo>
                    <a:pt x="6683" y="9883"/>
                  </a:lnTo>
                  <a:lnTo>
                    <a:pt x="6683" y="8767"/>
                  </a:lnTo>
                  <a:lnTo>
                    <a:pt x="5885" y="7970"/>
                  </a:lnTo>
                  <a:lnTo>
                    <a:pt x="4293" y="7970"/>
                  </a:lnTo>
                  <a:cubicBezTo>
                    <a:pt x="4612" y="7709"/>
                    <a:pt x="4820" y="7319"/>
                    <a:pt x="4843" y="6875"/>
                  </a:cubicBezTo>
                  <a:lnTo>
                    <a:pt x="4896" y="5774"/>
                  </a:lnTo>
                  <a:cubicBezTo>
                    <a:pt x="4918" y="5306"/>
                    <a:pt x="5008" y="4846"/>
                    <a:pt x="5168" y="4404"/>
                  </a:cubicBezTo>
                  <a:lnTo>
                    <a:pt x="5481" y="3523"/>
                  </a:lnTo>
                  <a:lnTo>
                    <a:pt x="5162" y="3409"/>
                  </a:lnTo>
                  <a:lnTo>
                    <a:pt x="4847" y="4291"/>
                  </a:lnTo>
                  <a:cubicBezTo>
                    <a:pt x="4679" y="4764"/>
                    <a:pt x="4581" y="5257"/>
                    <a:pt x="4557" y="5759"/>
                  </a:cubicBezTo>
                  <a:lnTo>
                    <a:pt x="4506" y="6859"/>
                  </a:lnTo>
                  <a:cubicBezTo>
                    <a:pt x="4476" y="7482"/>
                    <a:pt x="3965" y="7970"/>
                    <a:pt x="3341" y="7970"/>
                  </a:cubicBezTo>
                  <a:cubicBezTo>
                    <a:pt x="2718" y="7970"/>
                    <a:pt x="2207" y="7482"/>
                    <a:pt x="2178" y="6859"/>
                  </a:cubicBezTo>
                  <a:lnTo>
                    <a:pt x="2126" y="5759"/>
                  </a:lnTo>
                  <a:cubicBezTo>
                    <a:pt x="2102" y="5257"/>
                    <a:pt x="2002" y="4763"/>
                    <a:pt x="1836" y="4291"/>
                  </a:cubicBezTo>
                  <a:lnTo>
                    <a:pt x="999" y="1949"/>
                  </a:lnTo>
                  <a:cubicBezTo>
                    <a:pt x="903" y="1675"/>
                    <a:pt x="852" y="1394"/>
                    <a:pt x="852" y="1108"/>
                  </a:cubicBezTo>
                  <a:cubicBezTo>
                    <a:pt x="852" y="773"/>
                    <a:pt x="921" y="445"/>
                    <a:pt x="1053" y="135"/>
                  </a:cubicBezTo>
                  <a:lnTo>
                    <a:pt x="7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47"/>
            <p:cNvSpPr/>
            <p:nvPr/>
          </p:nvSpPr>
          <p:spPr>
            <a:xfrm>
              <a:off x="2588284" y="1749826"/>
              <a:ext cx="10380" cy="10441"/>
            </a:xfrm>
            <a:custGeom>
              <a:avLst/>
              <a:gdLst/>
              <a:ahLst/>
              <a:cxnLst/>
              <a:rect l="l" t="t" r="r" b="b"/>
              <a:pathLst>
                <a:path w="339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47"/>
            <p:cNvSpPr/>
            <p:nvPr/>
          </p:nvSpPr>
          <p:spPr>
            <a:xfrm>
              <a:off x="2570892" y="1749826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2" y="341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47"/>
            <p:cNvSpPr/>
            <p:nvPr/>
          </p:nvSpPr>
          <p:spPr>
            <a:xfrm>
              <a:off x="2521197" y="1749826"/>
              <a:ext cx="42807" cy="10441"/>
            </a:xfrm>
            <a:custGeom>
              <a:avLst/>
              <a:gdLst/>
              <a:ahLst/>
              <a:cxnLst/>
              <a:rect l="l" t="t" r="r" b="b"/>
              <a:pathLst>
                <a:path w="1398" h="341" extrusionOk="0">
                  <a:moveTo>
                    <a:pt x="0" y="0"/>
                  </a:moveTo>
                  <a:lnTo>
                    <a:pt x="0" y="341"/>
                  </a:lnTo>
                  <a:lnTo>
                    <a:pt x="1397" y="341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47"/>
            <p:cNvSpPr/>
            <p:nvPr/>
          </p:nvSpPr>
          <p:spPr>
            <a:xfrm>
              <a:off x="2740002" y="1557138"/>
              <a:ext cx="10411" cy="10472"/>
            </a:xfrm>
            <a:custGeom>
              <a:avLst/>
              <a:gdLst/>
              <a:ahLst/>
              <a:cxnLst/>
              <a:rect l="l" t="t" r="r" b="b"/>
              <a:pathLst>
                <a:path w="340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0" y="341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47"/>
            <p:cNvSpPr/>
            <p:nvPr/>
          </p:nvSpPr>
          <p:spPr>
            <a:xfrm>
              <a:off x="2722641" y="1557138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47"/>
            <p:cNvSpPr/>
            <p:nvPr/>
          </p:nvSpPr>
          <p:spPr>
            <a:xfrm>
              <a:off x="2675977" y="1557138"/>
              <a:ext cx="39775" cy="10472"/>
            </a:xfrm>
            <a:custGeom>
              <a:avLst/>
              <a:gdLst/>
              <a:ahLst/>
              <a:cxnLst/>
              <a:rect l="l" t="t" r="r" b="b"/>
              <a:pathLst>
                <a:path w="1299" h="342" extrusionOk="0">
                  <a:moveTo>
                    <a:pt x="1" y="0"/>
                  </a:moveTo>
                  <a:lnTo>
                    <a:pt x="1" y="341"/>
                  </a:lnTo>
                  <a:lnTo>
                    <a:pt x="1298" y="341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47"/>
            <p:cNvSpPr/>
            <p:nvPr/>
          </p:nvSpPr>
          <p:spPr>
            <a:xfrm>
              <a:off x="2645695" y="1514485"/>
              <a:ext cx="32886" cy="32855"/>
            </a:xfrm>
            <a:custGeom>
              <a:avLst/>
              <a:gdLst/>
              <a:ahLst/>
              <a:cxnLst/>
              <a:rect l="l" t="t" r="r" b="b"/>
              <a:pathLst>
                <a:path w="1074" h="1073" extrusionOk="0">
                  <a:moveTo>
                    <a:pt x="734" y="339"/>
                  </a:moveTo>
                  <a:lnTo>
                    <a:pt x="734" y="734"/>
                  </a:lnTo>
                  <a:lnTo>
                    <a:pt x="339" y="734"/>
                  </a:lnTo>
                  <a:lnTo>
                    <a:pt x="339" y="339"/>
                  </a:lnTo>
                  <a:close/>
                  <a:moveTo>
                    <a:pt x="0" y="0"/>
                  </a:moveTo>
                  <a:lnTo>
                    <a:pt x="0" y="1073"/>
                  </a:lnTo>
                  <a:lnTo>
                    <a:pt x="1073" y="1073"/>
                  </a:lnTo>
                  <a:lnTo>
                    <a:pt x="10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47"/>
            <p:cNvSpPr/>
            <p:nvPr/>
          </p:nvSpPr>
          <p:spPr>
            <a:xfrm>
              <a:off x="2688684" y="1513077"/>
              <a:ext cx="35642" cy="35642"/>
            </a:xfrm>
            <a:custGeom>
              <a:avLst/>
              <a:gdLst/>
              <a:ahLst/>
              <a:cxnLst/>
              <a:rect l="l" t="t" r="r" b="b"/>
              <a:pathLst>
                <a:path w="1164" h="1164" extrusionOk="0">
                  <a:moveTo>
                    <a:pt x="584" y="340"/>
                  </a:moveTo>
                  <a:cubicBezTo>
                    <a:pt x="718" y="340"/>
                    <a:pt x="827" y="448"/>
                    <a:pt x="827" y="582"/>
                  </a:cubicBezTo>
                  <a:cubicBezTo>
                    <a:pt x="827" y="716"/>
                    <a:pt x="716" y="825"/>
                    <a:pt x="584" y="825"/>
                  </a:cubicBezTo>
                  <a:cubicBezTo>
                    <a:pt x="452" y="825"/>
                    <a:pt x="343" y="716"/>
                    <a:pt x="343" y="582"/>
                  </a:cubicBezTo>
                  <a:cubicBezTo>
                    <a:pt x="343" y="448"/>
                    <a:pt x="452" y="340"/>
                    <a:pt x="584" y="340"/>
                  </a:cubicBezTo>
                  <a:close/>
                  <a:moveTo>
                    <a:pt x="582" y="1"/>
                  </a:moveTo>
                  <a:cubicBezTo>
                    <a:pt x="262" y="1"/>
                    <a:pt x="1" y="260"/>
                    <a:pt x="1" y="582"/>
                  </a:cubicBezTo>
                  <a:cubicBezTo>
                    <a:pt x="1" y="903"/>
                    <a:pt x="262" y="1164"/>
                    <a:pt x="582" y="1164"/>
                  </a:cubicBezTo>
                  <a:cubicBezTo>
                    <a:pt x="905" y="1164"/>
                    <a:pt x="1164" y="903"/>
                    <a:pt x="1164" y="582"/>
                  </a:cubicBezTo>
                  <a:cubicBezTo>
                    <a:pt x="1164" y="260"/>
                    <a:pt x="905" y="1"/>
                    <a:pt x="5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47"/>
            <p:cNvSpPr/>
            <p:nvPr/>
          </p:nvSpPr>
          <p:spPr>
            <a:xfrm>
              <a:off x="2733633" y="1513873"/>
              <a:ext cx="10686" cy="33866"/>
            </a:xfrm>
            <a:custGeom>
              <a:avLst/>
              <a:gdLst/>
              <a:ahLst/>
              <a:cxnLst/>
              <a:rect l="l" t="t" r="r" b="b"/>
              <a:pathLst>
                <a:path w="349" h="1106" extrusionOk="0">
                  <a:moveTo>
                    <a:pt x="9" y="0"/>
                  </a:moveTo>
                  <a:lnTo>
                    <a:pt x="0" y="1102"/>
                  </a:lnTo>
                  <a:lnTo>
                    <a:pt x="339" y="1105"/>
                  </a:lnTo>
                  <a:lnTo>
                    <a:pt x="348" y="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47"/>
            <p:cNvSpPr/>
            <p:nvPr/>
          </p:nvSpPr>
          <p:spPr>
            <a:xfrm>
              <a:off x="2621781" y="1486071"/>
              <a:ext cx="145016" cy="128420"/>
            </a:xfrm>
            <a:custGeom>
              <a:avLst/>
              <a:gdLst/>
              <a:ahLst/>
              <a:cxnLst/>
              <a:rect l="l" t="t" r="r" b="b"/>
              <a:pathLst>
                <a:path w="4736" h="4194" extrusionOk="0">
                  <a:moveTo>
                    <a:pt x="0" y="0"/>
                  </a:moveTo>
                  <a:lnTo>
                    <a:pt x="0" y="3224"/>
                  </a:lnTo>
                  <a:lnTo>
                    <a:pt x="636" y="3224"/>
                  </a:lnTo>
                  <a:lnTo>
                    <a:pt x="636" y="4193"/>
                  </a:lnTo>
                  <a:lnTo>
                    <a:pt x="1736" y="3224"/>
                  </a:lnTo>
                  <a:lnTo>
                    <a:pt x="4735" y="3224"/>
                  </a:lnTo>
                  <a:lnTo>
                    <a:pt x="4735" y="866"/>
                  </a:lnTo>
                  <a:lnTo>
                    <a:pt x="4396" y="866"/>
                  </a:lnTo>
                  <a:lnTo>
                    <a:pt x="4396" y="2885"/>
                  </a:lnTo>
                  <a:lnTo>
                    <a:pt x="1608" y="2885"/>
                  </a:lnTo>
                  <a:lnTo>
                    <a:pt x="975" y="3441"/>
                  </a:lnTo>
                  <a:lnTo>
                    <a:pt x="975" y="2885"/>
                  </a:lnTo>
                  <a:lnTo>
                    <a:pt x="339" y="2885"/>
                  </a:lnTo>
                  <a:lnTo>
                    <a:pt x="339" y="341"/>
                  </a:lnTo>
                  <a:lnTo>
                    <a:pt x="4396" y="341"/>
                  </a:lnTo>
                  <a:lnTo>
                    <a:pt x="4396" y="526"/>
                  </a:lnTo>
                  <a:lnTo>
                    <a:pt x="4735" y="526"/>
                  </a:lnTo>
                  <a:lnTo>
                    <a:pt x="4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0" name="Google Shape;780;p47"/>
          <p:cNvGrpSpPr/>
          <p:nvPr/>
        </p:nvGrpSpPr>
        <p:grpSpPr>
          <a:xfrm>
            <a:off x="2059410" y="2706613"/>
            <a:ext cx="354824" cy="355220"/>
            <a:chOff x="1623810" y="1425475"/>
            <a:chExt cx="354824" cy="355220"/>
          </a:xfrm>
        </p:grpSpPr>
        <p:sp>
          <p:nvSpPr>
            <p:cNvPr id="781" name="Google Shape;781;p47"/>
            <p:cNvSpPr/>
            <p:nvPr/>
          </p:nvSpPr>
          <p:spPr>
            <a:xfrm>
              <a:off x="1652531" y="1425475"/>
              <a:ext cx="326103" cy="172574"/>
            </a:xfrm>
            <a:custGeom>
              <a:avLst/>
              <a:gdLst/>
              <a:ahLst/>
              <a:cxnLst/>
              <a:rect l="l" t="t" r="r" b="b"/>
              <a:pathLst>
                <a:path w="10650" h="5636" extrusionOk="0">
                  <a:moveTo>
                    <a:pt x="7814" y="4605"/>
                  </a:moveTo>
                  <a:cubicBezTo>
                    <a:pt x="8004" y="4605"/>
                    <a:pt x="8160" y="4761"/>
                    <a:pt x="8160" y="4951"/>
                  </a:cubicBezTo>
                  <a:cubicBezTo>
                    <a:pt x="8160" y="5141"/>
                    <a:pt x="8006" y="5297"/>
                    <a:pt x="7814" y="5297"/>
                  </a:cubicBezTo>
                  <a:cubicBezTo>
                    <a:pt x="7624" y="5297"/>
                    <a:pt x="7468" y="5141"/>
                    <a:pt x="7468" y="4951"/>
                  </a:cubicBezTo>
                  <a:cubicBezTo>
                    <a:pt x="7468" y="4761"/>
                    <a:pt x="7624" y="4605"/>
                    <a:pt x="7814" y="4605"/>
                  </a:cubicBezTo>
                  <a:close/>
                  <a:moveTo>
                    <a:pt x="4857" y="1"/>
                  </a:moveTo>
                  <a:cubicBezTo>
                    <a:pt x="2905" y="1"/>
                    <a:pt x="1318" y="1588"/>
                    <a:pt x="1318" y="3538"/>
                  </a:cubicBezTo>
                  <a:lnTo>
                    <a:pt x="1318" y="3853"/>
                  </a:lnTo>
                  <a:lnTo>
                    <a:pt x="186" y="3853"/>
                  </a:lnTo>
                  <a:lnTo>
                    <a:pt x="1" y="4034"/>
                  </a:lnTo>
                  <a:lnTo>
                    <a:pt x="238" y="4277"/>
                  </a:lnTo>
                  <a:lnTo>
                    <a:pt x="327" y="4190"/>
                  </a:lnTo>
                  <a:lnTo>
                    <a:pt x="9389" y="4190"/>
                  </a:lnTo>
                  <a:lnTo>
                    <a:pt x="9990" y="4779"/>
                  </a:lnTo>
                  <a:lnTo>
                    <a:pt x="8483" y="4779"/>
                  </a:lnTo>
                  <a:cubicBezTo>
                    <a:pt x="8408" y="4482"/>
                    <a:pt x="8138" y="4262"/>
                    <a:pt x="7819" y="4262"/>
                  </a:cubicBezTo>
                  <a:cubicBezTo>
                    <a:pt x="7441" y="4262"/>
                    <a:pt x="7133" y="4570"/>
                    <a:pt x="7133" y="4949"/>
                  </a:cubicBezTo>
                  <a:cubicBezTo>
                    <a:pt x="7133" y="5328"/>
                    <a:pt x="7441" y="5636"/>
                    <a:pt x="7819" y="5636"/>
                  </a:cubicBezTo>
                  <a:cubicBezTo>
                    <a:pt x="8138" y="5636"/>
                    <a:pt x="8408" y="5417"/>
                    <a:pt x="8483" y="5119"/>
                  </a:cubicBezTo>
                  <a:lnTo>
                    <a:pt x="9990" y="5119"/>
                  </a:lnTo>
                  <a:lnTo>
                    <a:pt x="9854" y="5250"/>
                  </a:lnTo>
                  <a:lnTo>
                    <a:pt x="10093" y="5493"/>
                  </a:lnTo>
                  <a:lnTo>
                    <a:pt x="10650" y="4949"/>
                  </a:lnTo>
                  <a:lnTo>
                    <a:pt x="9524" y="3853"/>
                  </a:lnTo>
                  <a:lnTo>
                    <a:pt x="8392" y="3853"/>
                  </a:lnTo>
                  <a:lnTo>
                    <a:pt x="8392" y="3538"/>
                  </a:lnTo>
                  <a:cubicBezTo>
                    <a:pt x="8392" y="2952"/>
                    <a:pt x="8245" y="2372"/>
                    <a:pt x="7968" y="1858"/>
                  </a:cubicBezTo>
                  <a:lnTo>
                    <a:pt x="7669" y="2019"/>
                  </a:lnTo>
                  <a:cubicBezTo>
                    <a:pt x="7921" y="2483"/>
                    <a:pt x="8051" y="3007"/>
                    <a:pt x="8051" y="3536"/>
                  </a:cubicBezTo>
                  <a:lnTo>
                    <a:pt x="8051" y="3851"/>
                  </a:lnTo>
                  <a:lnTo>
                    <a:pt x="1659" y="3851"/>
                  </a:lnTo>
                  <a:lnTo>
                    <a:pt x="1659" y="3536"/>
                  </a:lnTo>
                  <a:cubicBezTo>
                    <a:pt x="1659" y="1775"/>
                    <a:pt x="3092" y="338"/>
                    <a:pt x="4857" y="338"/>
                  </a:cubicBezTo>
                  <a:cubicBezTo>
                    <a:pt x="5917" y="338"/>
                    <a:pt x="6906" y="863"/>
                    <a:pt x="7504" y="1742"/>
                  </a:cubicBezTo>
                  <a:lnTo>
                    <a:pt x="7785" y="1552"/>
                  </a:lnTo>
                  <a:cubicBezTo>
                    <a:pt x="7125" y="580"/>
                    <a:pt x="6029" y="1"/>
                    <a:pt x="48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47"/>
            <p:cNvSpPr/>
            <p:nvPr/>
          </p:nvSpPr>
          <p:spPr>
            <a:xfrm>
              <a:off x="1623810" y="1556311"/>
              <a:ext cx="330420" cy="224383"/>
            </a:xfrm>
            <a:custGeom>
              <a:avLst/>
              <a:gdLst/>
              <a:ahLst/>
              <a:cxnLst/>
              <a:rect l="l" t="t" r="r" b="b"/>
              <a:pathLst>
                <a:path w="10791" h="7328" extrusionOk="0">
                  <a:moveTo>
                    <a:pt x="9631" y="1774"/>
                  </a:moveTo>
                  <a:lnTo>
                    <a:pt x="9631" y="2261"/>
                  </a:lnTo>
                  <a:lnTo>
                    <a:pt x="9265" y="2629"/>
                  </a:lnTo>
                  <a:lnTo>
                    <a:pt x="2320" y="2629"/>
                  </a:lnTo>
                  <a:lnTo>
                    <a:pt x="1954" y="2261"/>
                  </a:lnTo>
                  <a:lnTo>
                    <a:pt x="1954" y="1774"/>
                  </a:lnTo>
                  <a:close/>
                  <a:moveTo>
                    <a:pt x="3751" y="2968"/>
                  </a:moveTo>
                  <a:lnTo>
                    <a:pt x="3751" y="2975"/>
                  </a:lnTo>
                  <a:cubicBezTo>
                    <a:pt x="3751" y="3167"/>
                    <a:pt x="3592" y="3327"/>
                    <a:pt x="3399" y="3327"/>
                  </a:cubicBezTo>
                  <a:cubicBezTo>
                    <a:pt x="3207" y="3327"/>
                    <a:pt x="3048" y="3167"/>
                    <a:pt x="3048" y="2975"/>
                  </a:cubicBezTo>
                  <a:lnTo>
                    <a:pt x="3048" y="2968"/>
                  </a:lnTo>
                  <a:close/>
                  <a:moveTo>
                    <a:pt x="6143" y="2968"/>
                  </a:moveTo>
                  <a:lnTo>
                    <a:pt x="6143" y="2975"/>
                  </a:lnTo>
                  <a:cubicBezTo>
                    <a:pt x="6143" y="3167"/>
                    <a:pt x="5985" y="3327"/>
                    <a:pt x="5791" y="3327"/>
                  </a:cubicBezTo>
                  <a:cubicBezTo>
                    <a:pt x="5599" y="3327"/>
                    <a:pt x="5442" y="3167"/>
                    <a:pt x="5442" y="2975"/>
                  </a:cubicBezTo>
                  <a:lnTo>
                    <a:pt x="5442" y="2968"/>
                  </a:lnTo>
                  <a:close/>
                  <a:moveTo>
                    <a:pt x="8535" y="2968"/>
                  </a:moveTo>
                  <a:lnTo>
                    <a:pt x="8535" y="2975"/>
                  </a:lnTo>
                  <a:cubicBezTo>
                    <a:pt x="8535" y="3167"/>
                    <a:pt x="8377" y="3327"/>
                    <a:pt x="8183" y="3327"/>
                  </a:cubicBezTo>
                  <a:cubicBezTo>
                    <a:pt x="7991" y="3327"/>
                    <a:pt x="7833" y="3167"/>
                    <a:pt x="7833" y="2975"/>
                  </a:cubicBezTo>
                  <a:lnTo>
                    <a:pt x="7833" y="2968"/>
                  </a:lnTo>
                  <a:close/>
                  <a:moveTo>
                    <a:pt x="694" y="0"/>
                  </a:moveTo>
                  <a:lnTo>
                    <a:pt x="0" y="680"/>
                  </a:lnTo>
                  <a:lnTo>
                    <a:pt x="1124" y="1780"/>
                  </a:lnTo>
                  <a:lnTo>
                    <a:pt x="1615" y="1780"/>
                  </a:lnTo>
                  <a:lnTo>
                    <a:pt x="1615" y="2406"/>
                  </a:lnTo>
                  <a:lnTo>
                    <a:pt x="2182" y="2972"/>
                  </a:lnTo>
                  <a:lnTo>
                    <a:pt x="2711" y="2972"/>
                  </a:lnTo>
                  <a:lnTo>
                    <a:pt x="2711" y="2979"/>
                  </a:lnTo>
                  <a:cubicBezTo>
                    <a:pt x="2711" y="3360"/>
                    <a:pt x="3023" y="3669"/>
                    <a:pt x="3403" y="3669"/>
                  </a:cubicBezTo>
                  <a:cubicBezTo>
                    <a:pt x="3784" y="3669"/>
                    <a:pt x="4093" y="3360"/>
                    <a:pt x="4093" y="2979"/>
                  </a:cubicBezTo>
                  <a:lnTo>
                    <a:pt x="4093" y="2972"/>
                  </a:lnTo>
                  <a:lnTo>
                    <a:pt x="4907" y="2972"/>
                  </a:lnTo>
                  <a:lnTo>
                    <a:pt x="4255" y="4146"/>
                  </a:lnTo>
                  <a:lnTo>
                    <a:pt x="4550" y="4311"/>
                  </a:lnTo>
                  <a:lnTo>
                    <a:pt x="5153" y="3231"/>
                  </a:lnTo>
                  <a:cubicBezTo>
                    <a:pt x="5253" y="3486"/>
                    <a:pt x="5505" y="3669"/>
                    <a:pt x="5797" y="3669"/>
                  </a:cubicBezTo>
                  <a:cubicBezTo>
                    <a:pt x="6088" y="3669"/>
                    <a:pt x="6340" y="3486"/>
                    <a:pt x="6440" y="3231"/>
                  </a:cubicBezTo>
                  <a:lnTo>
                    <a:pt x="8531" y="6989"/>
                  </a:lnTo>
                  <a:lnTo>
                    <a:pt x="3061" y="6989"/>
                  </a:lnTo>
                  <a:lnTo>
                    <a:pt x="4385" y="4608"/>
                  </a:lnTo>
                  <a:lnTo>
                    <a:pt x="4088" y="4443"/>
                  </a:lnTo>
                  <a:lnTo>
                    <a:pt x="2483" y="7328"/>
                  </a:lnTo>
                  <a:lnTo>
                    <a:pt x="9107" y="7328"/>
                  </a:lnTo>
                  <a:lnTo>
                    <a:pt x="6685" y="2974"/>
                  </a:lnTo>
                  <a:lnTo>
                    <a:pt x="7498" y="2974"/>
                  </a:lnTo>
                  <a:lnTo>
                    <a:pt x="7498" y="2979"/>
                  </a:lnTo>
                  <a:cubicBezTo>
                    <a:pt x="7498" y="3360"/>
                    <a:pt x="7808" y="3671"/>
                    <a:pt x="8188" y="3671"/>
                  </a:cubicBezTo>
                  <a:cubicBezTo>
                    <a:pt x="8569" y="3671"/>
                    <a:pt x="8879" y="3360"/>
                    <a:pt x="8879" y="2979"/>
                  </a:cubicBezTo>
                  <a:lnTo>
                    <a:pt x="8879" y="2974"/>
                  </a:lnTo>
                  <a:lnTo>
                    <a:pt x="9410" y="2974"/>
                  </a:lnTo>
                  <a:lnTo>
                    <a:pt x="9975" y="2406"/>
                  </a:lnTo>
                  <a:lnTo>
                    <a:pt x="9975" y="1780"/>
                  </a:lnTo>
                  <a:lnTo>
                    <a:pt x="10466" y="1780"/>
                  </a:lnTo>
                  <a:lnTo>
                    <a:pt x="10790" y="1462"/>
                  </a:lnTo>
                  <a:lnTo>
                    <a:pt x="10553" y="1220"/>
                  </a:lnTo>
                  <a:lnTo>
                    <a:pt x="10325" y="1437"/>
                  </a:lnTo>
                  <a:lnTo>
                    <a:pt x="1261" y="1437"/>
                  </a:lnTo>
                  <a:lnTo>
                    <a:pt x="660" y="848"/>
                  </a:lnTo>
                  <a:lnTo>
                    <a:pt x="1845" y="848"/>
                  </a:lnTo>
                  <a:lnTo>
                    <a:pt x="1845" y="509"/>
                  </a:lnTo>
                  <a:lnTo>
                    <a:pt x="660" y="509"/>
                  </a:lnTo>
                  <a:lnTo>
                    <a:pt x="932" y="243"/>
                  </a:lnTo>
                  <a:lnTo>
                    <a:pt x="69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47"/>
            <p:cNvSpPr/>
            <p:nvPr/>
          </p:nvSpPr>
          <p:spPr>
            <a:xfrm>
              <a:off x="1876020" y="1617213"/>
              <a:ext cx="10441" cy="10411"/>
            </a:xfrm>
            <a:custGeom>
              <a:avLst/>
              <a:gdLst/>
              <a:ahLst/>
              <a:cxnLst/>
              <a:rect l="l" t="t" r="r" b="b"/>
              <a:pathLst>
                <a:path w="341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47"/>
            <p:cNvSpPr/>
            <p:nvPr/>
          </p:nvSpPr>
          <p:spPr>
            <a:xfrm>
              <a:off x="1893381" y="1617213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39" y="340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7"/>
            <p:cNvSpPr/>
            <p:nvPr/>
          </p:nvSpPr>
          <p:spPr>
            <a:xfrm>
              <a:off x="1826294" y="1617213"/>
              <a:ext cx="42807" cy="10411"/>
            </a:xfrm>
            <a:custGeom>
              <a:avLst/>
              <a:gdLst/>
              <a:ahLst/>
              <a:cxnLst/>
              <a:rect l="l" t="t" r="r" b="b"/>
              <a:pathLst>
                <a:path w="1398" h="340" extrusionOk="0">
                  <a:moveTo>
                    <a:pt x="1" y="1"/>
                  </a:moveTo>
                  <a:lnTo>
                    <a:pt x="1" y="340"/>
                  </a:lnTo>
                  <a:lnTo>
                    <a:pt x="1398" y="340"/>
                  </a:lnTo>
                  <a:lnTo>
                    <a:pt x="13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7"/>
            <p:cNvSpPr/>
            <p:nvPr/>
          </p:nvSpPr>
          <p:spPr>
            <a:xfrm>
              <a:off x="1717290" y="1472966"/>
              <a:ext cx="30314" cy="57474"/>
            </a:xfrm>
            <a:custGeom>
              <a:avLst/>
              <a:gdLst/>
              <a:ahLst/>
              <a:cxnLst/>
              <a:rect l="l" t="t" r="r" b="b"/>
              <a:pathLst>
                <a:path w="990" h="1877" extrusionOk="0">
                  <a:moveTo>
                    <a:pt x="743" y="1"/>
                  </a:moveTo>
                  <a:cubicBezTo>
                    <a:pt x="263" y="510"/>
                    <a:pt x="0" y="1177"/>
                    <a:pt x="0" y="1876"/>
                  </a:cubicBezTo>
                  <a:lnTo>
                    <a:pt x="341" y="1876"/>
                  </a:lnTo>
                  <a:cubicBezTo>
                    <a:pt x="341" y="1262"/>
                    <a:pt x="571" y="680"/>
                    <a:pt x="990" y="234"/>
                  </a:cubicBez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7"/>
            <p:cNvSpPr/>
            <p:nvPr/>
          </p:nvSpPr>
          <p:spPr>
            <a:xfrm>
              <a:off x="1817201" y="1448562"/>
              <a:ext cx="12952" cy="12952"/>
            </a:xfrm>
            <a:custGeom>
              <a:avLst/>
              <a:gdLst/>
              <a:ahLst/>
              <a:cxnLst/>
              <a:rect l="l" t="t" r="r" b="b"/>
              <a:pathLst>
                <a:path w="423" h="423" extrusionOk="0">
                  <a:moveTo>
                    <a:pt x="75" y="0"/>
                  </a:moveTo>
                  <a:lnTo>
                    <a:pt x="1" y="332"/>
                  </a:lnTo>
                  <a:cubicBezTo>
                    <a:pt x="102" y="354"/>
                    <a:pt x="207" y="383"/>
                    <a:pt x="305" y="423"/>
                  </a:cubicBezTo>
                  <a:lnTo>
                    <a:pt x="423" y="102"/>
                  </a:lnTo>
                  <a:cubicBezTo>
                    <a:pt x="309" y="62"/>
                    <a:pt x="191" y="26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7"/>
            <p:cNvSpPr/>
            <p:nvPr/>
          </p:nvSpPr>
          <p:spPr>
            <a:xfrm>
              <a:off x="1832449" y="1454563"/>
              <a:ext cx="50247" cy="58668"/>
            </a:xfrm>
            <a:custGeom>
              <a:avLst/>
              <a:gdLst/>
              <a:ahLst/>
              <a:cxnLst/>
              <a:rect l="l" t="t" r="r" b="b"/>
              <a:pathLst>
                <a:path w="1641" h="1916" extrusionOk="0">
                  <a:moveTo>
                    <a:pt x="146" y="0"/>
                  </a:moveTo>
                  <a:lnTo>
                    <a:pt x="1" y="308"/>
                  </a:lnTo>
                  <a:cubicBezTo>
                    <a:pt x="653" y="616"/>
                    <a:pt x="1143" y="1216"/>
                    <a:pt x="1311" y="1915"/>
                  </a:cubicBezTo>
                  <a:lnTo>
                    <a:pt x="1641" y="1836"/>
                  </a:lnTo>
                  <a:cubicBezTo>
                    <a:pt x="1447" y="1026"/>
                    <a:pt x="903" y="357"/>
                    <a:pt x="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7"/>
            <p:cNvSpPr/>
            <p:nvPr/>
          </p:nvSpPr>
          <p:spPr>
            <a:xfrm>
              <a:off x="1801217" y="1446572"/>
              <a:ext cx="11023" cy="11054"/>
            </a:xfrm>
            <a:custGeom>
              <a:avLst/>
              <a:gdLst/>
              <a:ahLst/>
              <a:cxnLst/>
              <a:rect l="l" t="t" r="r" b="b"/>
              <a:pathLst>
                <a:path w="360" h="361" extrusionOk="0">
                  <a:moveTo>
                    <a:pt x="1" y="0"/>
                  </a:moveTo>
                  <a:lnTo>
                    <a:pt x="1" y="339"/>
                  </a:lnTo>
                  <a:cubicBezTo>
                    <a:pt x="106" y="339"/>
                    <a:pt x="213" y="346"/>
                    <a:pt x="318" y="361"/>
                  </a:cubicBezTo>
                  <a:lnTo>
                    <a:pt x="360" y="22"/>
                  </a:lnTo>
                  <a:cubicBezTo>
                    <a:pt x="242" y="7"/>
                    <a:pt x="120" y="0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7"/>
            <p:cNvSpPr/>
            <p:nvPr/>
          </p:nvSpPr>
          <p:spPr>
            <a:xfrm>
              <a:off x="1780090" y="1556066"/>
              <a:ext cx="42072" cy="42041"/>
            </a:xfrm>
            <a:custGeom>
              <a:avLst/>
              <a:gdLst/>
              <a:ahLst/>
              <a:cxnLst/>
              <a:rect l="l" t="t" r="r" b="b"/>
              <a:pathLst>
                <a:path w="1374" h="1373" extrusionOk="0">
                  <a:moveTo>
                    <a:pt x="687" y="340"/>
                  </a:moveTo>
                  <a:cubicBezTo>
                    <a:pt x="877" y="340"/>
                    <a:pt x="1035" y="496"/>
                    <a:pt x="1035" y="686"/>
                  </a:cubicBezTo>
                  <a:cubicBezTo>
                    <a:pt x="1035" y="876"/>
                    <a:pt x="877" y="1032"/>
                    <a:pt x="687" y="1032"/>
                  </a:cubicBezTo>
                  <a:cubicBezTo>
                    <a:pt x="497" y="1032"/>
                    <a:pt x="341" y="876"/>
                    <a:pt x="341" y="686"/>
                  </a:cubicBezTo>
                  <a:cubicBezTo>
                    <a:pt x="341" y="496"/>
                    <a:pt x="497" y="340"/>
                    <a:pt x="687" y="340"/>
                  </a:cubicBezTo>
                  <a:close/>
                  <a:moveTo>
                    <a:pt x="687" y="1"/>
                  </a:moveTo>
                  <a:cubicBezTo>
                    <a:pt x="309" y="1"/>
                    <a:pt x="1" y="309"/>
                    <a:pt x="1" y="686"/>
                  </a:cubicBezTo>
                  <a:cubicBezTo>
                    <a:pt x="1" y="1065"/>
                    <a:pt x="309" y="1373"/>
                    <a:pt x="687" y="1373"/>
                  </a:cubicBezTo>
                  <a:cubicBezTo>
                    <a:pt x="1066" y="1373"/>
                    <a:pt x="1374" y="1065"/>
                    <a:pt x="1374" y="686"/>
                  </a:cubicBezTo>
                  <a:cubicBezTo>
                    <a:pt x="1374" y="307"/>
                    <a:pt x="1066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7"/>
            <p:cNvSpPr/>
            <p:nvPr/>
          </p:nvSpPr>
          <p:spPr>
            <a:xfrm>
              <a:off x="1689549" y="1556066"/>
              <a:ext cx="79520" cy="42041"/>
            </a:xfrm>
            <a:custGeom>
              <a:avLst/>
              <a:gdLst/>
              <a:ahLst/>
              <a:cxnLst/>
              <a:rect l="l" t="t" r="r" b="b"/>
              <a:pathLst>
                <a:path w="2597" h="1373" extrusionOk="0">
                  <a:moveTo>
                    <a:pt x="685" y="340"/>
                  </a:moveTo>
                  <a:cubicBezTo>
                    <a:pt x="874" y="340"/>
                    <a:pt x="1031" y="496"/>
                    <a:pt x="1031" y="686"/>
                  </a:cubicBezTo>
                  <a:cubicBezTo>
                    <a:pt x="1031" y="876"/>
                    <a:pt x="876" y="1032"/>
                    <a:pt x="685" y="1032"/>
                  </a:cubicBezTo>
                  <a:cubicBezTo>
                    <a:pt x="495" y="1032"/>
                    <a:pt x="337" y="876"/>
                    <a:pt x="337" y="686"/>
                  </a:cubicBezTo>
                  <a:cubicBezTo>
                    <a:pt x="337" y="496"/>
                    <a:pt x="495" y="340"/>
                    <a:pt x="685" y="340"/>
                  </a:cubicBezTo>
                  <a:close/>
                  <a:moveTo>
                    <a:pt x="687" y="1"/>
                  </a:moveTo>
                  <a:cubicBezTo>
                    <a:pt x="308" y="1"/>
                    <a:pt x="0" y="309"/>
                    <a:pt x="0" y="686"/>
                  </a:cubicBezTo>
                  <a:cubicBezTo>
                    <a:pt x="0" y="1065"/>
                    <a:pt x="308" y="1373"/>
                    <a:pt x="687" y="1373"/>
                  </a:cubicBezTo>
                  <a:cubicBezTo>
                    <a:pt x="1004" y="1373"/>
                    <a:pt x="1274" y="1152"/>
                    <a:pt x="1350" y="856"/>
                  </a:cubicBezTo>
                  <a:lnTo>
                    <a:pt x="2597" y="856"/>
                  </a:lnTo>
                  <a:lnTo>
                    <a:pt x="2597" y="517"/>
                  </a:lnTo>
                  <a:lnTo>
                    <a:pt x="1350" y="517"/>
                  </a:lnTo>
                  <a:cubicBezTo>
                    <a:pt x="1276" y="220"/>
                    <a:pt x="1006" y="1"/>
                    <a:pt x="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7"/>
            <p:cNvSpPr/>
            <p:nvPr/>
          </p:nvSpPr>
          <p:spPr>
            <a:xfrm>
              <a:off x="1738968" y="1749826"/>
              <a:ext cx="49084" cy="10441"/>
            </a:xfrm>
            <a:custGeom>
              <a:avLst/>
              <a:gdLst/>
              <a:ahLst/>
              <a:cxnLst/>
              <a:rect l="l" t="t" r="r" b="b"/>
              <a:pathLst>
                <a:path w="1603" h="341" extrusionOk="0">
                  <a:moveTo>
                    <a:pt x="1" y="0"/>
                  </a:moveTo>
                  <a:lnTo>
                    <a:pt x="1" y="341"/>
                  </a:lnTo>
                  <a:lnTo>
                    <a:pt x="1603" y="341"/>
                  </a:lnTo>
                  <a:lnTo>
                    <a:pt x="16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7"/>
            <p:cNvSpPr/>
            <p:nvPr/>
          </p:nvSpPr>
          <p:spPr>
            <a:xfrm>
              <a:off x="1778927" y="1525355"/>
              <a:ext cx="10472" cy="10380"/>
            </a:xfrm>
            <a:custGeom>
              <a:avLst/>
              <a:gdLst/>
              <a:ahLst/>
              <a:cxnLst/>
              <a:rect l="l" t="t" r="r" b="b"/>
              <a:pathLst>
                <a:path w="342" h="339" extrusionOk="0">
                  <a:moveTo>
                    <a:pt x="0" y="0"/>
                  </a:moveTo>
                  <a:lnTo>
                    <a:pt x="0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7"/>
            <p:cNvSpPr/>
            <p:nvPr/>
          </p:nvSpPr>
          <p:spPr>
            <a:xfrm>
              <a:off x="1813587" y="1525355"/>
              <a:ext cx="9921" cy="10380"/>
            </a:xfrm>
            <a:custGeom>
              <a:avLst/>
              <a:gdLst/>
              <a:ahLst/>
              <a:cxnLst/>
              <a:rect l="l" t="t" r="r" b="b"/>
              <a:pathLst>
                <a:path w="324" h="339" extrusionOk="0">
                  <a:moveTo>
                    <a:pt x="1" y="0"/>
                  </a:moveTo>
                  <a:lnTo>
                    <a:pt x="1" y="339"/>
                  </a:lnTo>
                  <a:lnTo>
                    <a:pt x="323" y="339"/>
                  </a:lnTo>
                  <a:lnTo>
                    <a:pt x="3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7"/>
            <p:cNvSpPr/>
            <p:nvPr/>
          </p:nvSpPr>
          <p:spPr>
            <a:xfrm>
              <a:off x="1796288" y="1525355"/>
              <a:ext cx="10411" cy="10380"/>
            </a:xfrm>
            <a:custGeom>
              <a:avLst/>
              <a:gdLst/>
              <a:ahLst/>
              <a:cxnLst/>
              <a:rect l="l" t="t" r="r" b="b"/>
              <a:pathLst>
                <a:path w="340" h="339" extrusionOk="0">
                  <a:moveTo>
                    <a:pt x="1" y="0"/>
                  </a:moveTo>
                  <a:lnTo>
                    <a:pt x="1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7"/>
            <p:cNvSpPr/>
            <p:nvPr/>
          </p:nvSpPr>
          <p:spPr>
            <a:xfrm>
              <a:off x="1818088" y="1682341"/>
              <a:ext cx="14238" cy="14177"/>
            </a:xfrm>
            <a:custGeom>
              <a:avLst/>
              <a:gdLst/>
              <a:ahLst/>
              <a:cxnLst/>
              <a:rect l="l" t="t" r="r" b="b"/>
              <a:pathLst>
                <a:path w="465" h="463" extrusionOk="0">
                  <a:moveTo>
                    <a:pt x="298" y="1"/>
                  </a:moveTo>
                  <a:lnTo>
                    <a:pt x="1" y="166"/>
                  </a:lnTo>
                  <a:lnTo>
                    <a:pt x="167" y="463"/>
                  </a:lnTo>
                  <a:lnTo>
                    <a:pt x="465" y="296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7"/>
            <p:cNvSpPr/>
            <p:nvPr/>
          </p:nvSpPr>
          <p:spPr>
            <a:xfrm>
              <a:off x="1826539" y="1697558"/>
              <a:ext cx="14177" cy="14177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297" y="0"/>
                  </a:moveTo>
                  <a:lnTo>
                    <a:pt x="0" y="165"/>
                  </a:lnTo>
                  <a:lnTo>
                    <a:pt x="165" y="462"/>
                  </a:lnTo>
                  <a:lnTo>
                    <a:pt x="462" y="296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7"/>
            <p:cNvSpPr/>
            <p:nvPr/>
          </p:nvSpPr>
          <p:spPr>
            <a:xfrm>
              <a:off x="1834960" y="1712654"/>
              <a:ext cx="31263" cy="44858"/>
            </a:xfrm>
            <a:custGeom>
              <a:avLst/>
              <a:gdLst/>
              <a:ahLst/>
              <a:cxnLst/>
              <a:rect l="l" t="t" r="r" b="b"/>
              <a:pathLst>
                <a:path w="1021" h="1465" extrusionOk="0">
                  <a:moveTo>
                    <a:pt x="298" y="0"/>
                  </a:moveTo>
                  <a:lnTo>
                    <a:pt x="1" y="165"/>
                  </a:lnTo>
                  <a:lnTo>
                    <a:pt x="723" y="1464"/>
                  </a:lnTo>
                  <a:lnTo>
                    <a:pt x="1021" y="1299"/>
                  </a:lnTo>
                  <a:lnTo>
                    <a:pt x="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7"/>
            <p:cNvSpPr/>
            <p:nvPr/>
          </p:nvSpPr>
          <p:spPr>
            <a:xfrm>
              <a:off x="1828928" y="1571835"/>
              <a:ext cx="35519" cy="10472"/>
            </a:xfrm>
            <a:custGeom>
              <a:avLst/>
              <a:gdLst/>
              <a:ahLst/>
              <a:cxnLst/>
              <a:rect l="l" t="t" r="r" b="b"/>
              <a:pathLst>
                <a:path w="1160" h="342" extrusionOk="0">
                  <a:moveTo>
                    <a:pt x="0" y="1"/>
                  </a:moveTo>
                  <a:lnTo>
                    <a:pt x="0" y="341"/>
                  </a:lnTo>
                  <a:lnTo>
                    <a:pt x="1160" y="341"/>
                  </a:lnTo>
                  <a:lnTo>
                    <a:pt x="11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0" name="Google Shape;800;p47"/>
          <p:cNvGrpSpPr/>
          <p:nvPr/>
        </p:nvGrpSpPr>
        <p:grpSpPr>
          <a:xfrm>
            <a:off x="2059260" y="1508848"/>
            <a:ext cx="355100" cy="350170"/>
            <a:chOff x="831997" y="1427986"/>
            <a:chExt cx="355100" cy="350170"/>
          </a:xfrm>
        </p:grpSpPr>
        <p:sp>
          <p:nvSpPr>
            <p:cNvPr id="801" name="Google Shape;801;p47"/>
            <p:cNvSpPr/>
            <p:nvPr/>
          </p:nvSpPr>
          <p:spPr>
            <a:xfrm>
              <a:off x="1050802" y="1465035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42" y="1"/>
                  </a:moveTo>
                  <a:lnTo>
                    <a:pt x="1" y="240"/>
                  </a:lnTo>
                  <a:lnTo>
                    <a:pt x="242" y="481"/>
                  </a:lnTo>
                  <a:lnTo>
                    <a:pt x="481" y="240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7"/>
            <p:cNvSpPr/>
            <p:nvPr/>
          </p:nvSpPr>
          <p:spPr>
            <a:xfrm>
              <a:off x="1026337" y="1489561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41" y="0"/>
                  </a:moveTo>
                  <a:lnTo>
                    <a:pt x="1" y="240"/>
                  </a:lnTo>
                  <a:lnTo>
                    <a:pt x="241" y="481"/>
                  </a:lnTo>
                  <a:lnTo>
                    <a:pt x="481" y="240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7"/>
            <p:cNvSpPr/>
            <p:nvPr/>
          </p:nvSpPr>
          <p:spPr>
            <a:xfrm>
              <a:off x="1038585" y="1477252"/>
              <a:ext cx="14759" cy="14728"/>
            </a:xfrm>
            <a:custGeom>
              <a:avLst/>
              <a:gdLst/>
              <a:ahLst/>
              <a:cxnLst/>
              <a:rect l="l" t="t" r="r" b="b"/>
              <a:pathLst>
                <a:path w="482" h="481" extrusionOk="0">
                  <a:moveTo>
                    <a:pt x="242" y="0"/>
                  </a:moveTo>
                  <a:lnTo>
                    <a:pt x="1" y="241"/>
                  </a:lnTo>
                  <a:lnTo>
                    <a:pt x="242" y="480"/>
                  </a:lnTo>
                  <a:lnTo>
                    <a:pt x="481" y="241"/>
                  </a:lnTo>
                  <a:lnTo>
                    <a:pt x="2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7"/>
            <p:cNvSpPr/>
            <p:nvPr/>
          </p:nvSpPr>
          <p:spPr>
            <a:xfrm>
              <a:off x="1016233" y="1501809"/>
              <a:ext cx="12585" cy="12585"/>
            </a:xfrm>
            <a:custGeom>
              <a:avLst/>
              <a:gdLst/>
              <a:ahLst/>
              <a:cxnLst/>
              <a:rect l="l" t="t" r="r" b="b"/>
              <a:pathLst>
                <a:path w="411" h="411" extrusionOk="0">
                  <a:moveTo>
                    <a:pt x="169" y="1"/>
                  </a:moveTo>
                  <a:lnTo>
                    <a:pt x="1" y="169"/>
                  </a:lnTo>
                  <a:lnTo>
                    <a:pt x="242" y="410"/>
                  </a:lnTo>
                  <a:lnTo>
                    <a:pt x="410" y="242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7"/>
            <p:cNvSpPr/>
            <p:nvPr/>
          </p:nvSpPr>
          <p:spPr>
            <a:xfrm>
              <a:off x="1134699" y="1548810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39" y="1"/>
                  </a:moveTo>
                  <a:lnTo>
                    <a:pt x="0" y="242"/>
                  </a:lnTo>
                  <a:lnTo>
                    <a:pt x="239" y="481"/>
                  </a:lnTo>
                  <a:lnTo>
                    <a:pt x="480" y="242"/>
                  </a:lnTo>
                  <a:lnTo>
                    <a:pt x="2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7"/>
            <p:cNvSpPr/>
            <p:nvPr/>
          </p:nvSpPr>
          <p:spPr>
            <a:xfrm>
              <a:off x="1110111" y="1573336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40" y="0"/>
                  </a:moveTo>
                  <a:lnTo>
                    <a:pt x="1" y="240"/>
                  </a:lnTo>
                  <a:lnTo>
                    <a:pt x="240" y="481"/>
                  </a:lnTo>
                  <a:lnTo>
                    <a:pt x="481" y="240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7"/>
            <p:cNvSpPr/>
            <p:nvPr/>
          </p:nvSpPr>
          <p:spPr>
            <a:xfrm>
              <a:off x="1122359" y="1561027"/>
              <a:ext cx="14759" cy="14789"/>
            </a:xfrm>
            <a:custGeom>
              <a:avLst/>
              <a:gdLst/>
              <a:ahLst/>
              <a:cxnLst/>
              <a:rect l="l" t="t" r="r" b="b"/>
              <a:pathLst>
                <a:path w="482" h="483" extrusionOk="0">
                  <a:moveTo>
                    <a:pt x="240" y="0"/>
                  </a:moveTo>
                  <a:lnTo>
                    <a:pt x="1" y="241"/>
                  </a:lnTo>
                  <a:lnTo>
                    <a:pt x="240" y="482"/>
                  </a:lnTo>
                  <a:lnTo>
                    <a:pt x="481" y="241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7"/>
            <p:cNvSpPr/>
            <p:nvPr/>
          </p:nvSpPr>
          <p:spPr>
            <a:xfrm>
              <a:off x="1100007" y="1585584"/>
              <a:ext cx="12524" cy="12585"/>
            </a:xfrm>
            <a:custGeom>
              <a:avLst/>
              <a:gdLst/>
              <a:ahLst/>
              <a:cxnLst/>
              <a:rect l="l" t="t" r="r" b="b"/>
              <a:pathLst>
                <a:path w="409" h="411" extrusionOk="0">
                  <a:moveTo>
                    <a:pt x="169" y="1"/>
                  </a:moveTo>
                  <a:lnTo>
                    <a:pt x="1" y="169"/>
                  </a:lnTo>
                  <a:lnTo>
                    <a:pt x="242" y="410"/>
                  </a:lnTo>
                  <a:lnTo>
                    <a:pt x="408" y="242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7"/>
            <p:cNvSpPr/>
            <p:nvPr/>
          </p:nvSpPr>
          <p:spPr>
            <a:xfrm>
              <a:off x="862341" y="1714154"/>
              <a:ext cx="14728" cy="14789"/>
            </a:xfrm>
            <a:custGeom>
              <a:avLst/>
              <a:gdLst/>
              <a:ahLst/>
              <a:cxnLst/>
              <a:rect l="l" t="t" r="r" b="b"/>
              <a:pathLst>
                <a:path w="481" h="483" extrusionOk="0">
                  <a:moveTo>
                    <a:pt x="240" y="0"/>
                  </a:moveTo>
                  <a:lnTo>
                    <a:pt x="0" y="241"/>
                  </a:lnTo>
                  <a:lnTo>
                    <a:pt x="240" y="482"/>
                  </a:lnTo>
                  <a:lnTo>
                    <a:pt x="481" y="241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7"/>
            <p:cNvSpPr/>
            <p:nvPr/>
          </p:nvSpPr>
          <p:spPr>
            <a:xfrm>
              <a:off x="886867" y="1738680"/>
              <a:ext cx="14789" cy="14759"/>
            </a:xfrm>
            <a:custGeom>
              <a:avLst/>
              <a:gdLst/>
              <a:ahLst/>
              <a:cxnLst/>
              <a:rect l="l" t="t" r="r" b="b"/>
              <a:pathLst>
                <a:path w="483" h="482" extrusionOk="0">
                  <a:moveTo>
                    <a:pt x="241" y="0"/>
                  </a:moveTo>
                  <a:lnTo>
                    <a:pt x="0" y="241"/>
                  </a:lnTo>
                  <a:lnTo>
                    <a:pt x="241" y="482"/>
                  </a:lnTo>
                  <a:lnTo>
                    <a:pt x="482" y="24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7"/>
            <p:cNvSpPr/>
            <p:nvPr/>
          </p:nvSpPr>
          <p:spPr>
            <a:xfrm>
              <a:off x="874589" y="1726463"/>
              <a:ext cx="14759" cy="14728"/>
            </a:xfrm>
            <a:custGeom>
              <a:avLst/>
              <a:gdLst/>
              <a:ahLst/>
              <a:cxnLst/>
              <a:rect l="l" t="t" r="r" b="b"/>
              <a:pathLst>
                <a:path w="482" h="481" extrusionOk="0">
                  <a:moveTo>
                    <a:pt x="242" y="0"/>
                  </a:moveTo>
                  <a:lnTo>
                    <a:pt x="1" y="240"/>
                  </a:lnTo>
                  <a:lnTo>
                    <a:pt x="242" y="481"/>
                  </a:lnTo>
                  <a:lnTo>
                    <a:pt x="481" y="240"/>
                  </a:lnTo>
                  <a:lnTo>
                    <a:pt x="2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7"/>
            <p:cNvSpPr/>
            <p:nvPr/>
          </p:nvSpPr>
          <p:spPr>
            <a:xfrm>
              <a:off x="1148906" y="1452114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39" y="0"/>
                  </a:moveTo>
                  <a:lnTo>
                    <a:pt x="0" y="241"/>
                  </a:lnTo>
                  <a:lnTo>
                    <a:pt x="239" y="481"/>
                  </a:lnTo>
                  <a:lnTo>
                    <a:pt x="480" y="241"/>
                  </a:lnTo>
                  <a:lnTo>
                    <a:pt x="2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7"/>
            <p:cNvSpPr/>
            <p:nvPr/>
          </p:nvSpPr>
          <p:spPr>
            <a:xfrm>
              <a:off x="1161154" y="1464362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42" y="1"/>
                  </a:moveTo>
                  <a:lnTo>
                    <a:pt x="1" y="242"/>
                  </a:lnTo>
                  <a:lnTo>
                    <a:pt x="242" y="481"/>
                  </a:lnTo>
                  <a:lnTo>
                    <a:pt x="481" y="242"/>
                  </a:lnTo>
                  <a:lnTo>
                    <a:pt x="2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7"/>
            <p:cNvSpPr/>
            <p:nvPr/>
          </p:nvSpPr>
          <p:spPr>
            <a:xfrm>
              <a:off x="1136689" y="1439836"/>
              <a:ext cx="14728" cy="14759"/>
            </a:xfrm>
            <a:custGeom>
              <a:avLst/>
              <a:gdLst/>
              <a:ahLst/>
              <a:cxnLst/>
              <a:rect l="l" t="t" r="r" b="b"/>
              <a:pathLst>
                <a:path w="481" h="482" extrusionOk="0">
                  <a:moveTo>
                    <a:pt x="241" y="1"/>
                  </a:moveTo>
                  <a:lnTo>
                    <a:pt x="0" y="242"/>
                  </a:lnTo>
                  <a:lnTo>
                    <a:pt x="241" y="481"/>
                  </a:lnTo>
                  <a:lnTo>
                    <a:pt x="481" y="242"/>
                  </a:lnTo>
                  <a:lnTo>
                    <a:pt x="24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7"/>
            <p:cNvSpPr/>
            <p:nvPr/>
          </p:nvSpPr>
          <p:spPr>
            <a:xfrm>
              <a:off x="831997" y="1427986"/>
              <a:ext cx="355100" cy="350170"/>
            </a:xfrm>
            <a:custGeom>
              <a:avLst/>
              <a:gdLst/>
              <a:ahLst/>
              <a:cxnLst/>
              <a:rect l="l" t="t" r="r" b="b"/>
              <a:pathLst>
                <a:path w="11597" h="11436" extrusionOk="0">
                  <a:moveTo>
                    <a:pt x="9410" y="691"/>
                  </a:moveTo>
                  <a:lnTo>
                    <a:pt x="9707" y="988"/>
                  </a:lnTo>
                  <a:lnTo>
                    <a:pt x="9303" y="1390"/>
                  </a:lnTo>
                  <a:lnTo>
                    <a:pt x="9007" y="1093"/>
                  </a:lnTo>
                  <a:lnTo>
                    <a:pt x="9410" y="691"/>
                  </a:lnTo>
                  <a:close/>
                  <a:moveTo>
                    <a:pt x="10622" y="339"/>
                  </a:moveTo>
                  <a:lnTo>
                    <a:pt x="11256" y="973"/>
                  </a:lnTo>
                  <a:lnTo>
                    <a:pt x="11256" y="1511"/>
                  </a:lnTo>
                  <a:lnTo>
                    <a:pt x="10984" y="1783"/>
                  </a:lnTo>
                  <a:lnTo>
                    <a:pt x="9796" y="593"/>
                  </a:lnTo>
                  <a:lnTo>
                    <a:pt x="10049" y="339"/>
                  </a:lnTo>
                  <a:close/>
                  <a:moveTo>
                    <a:pt x="9948" y="1227"/>
                  </a:moveTo>
                  <a:lnTo>
                    <a:pt x="10348" y="1629"/>
                  </a:lnTo>
                  <a:lnTo>
                    <a:pt x="9944" y="2031"/>
                  </a:lnTo>
                  <a:lnTo>
                    <a:pt x="9544" y="1631"/>
                  </a:lnTo>
                  <a:lnTo>
                    <a:pt x="9948" y="1227"/>
                  </a:lnTo>
                  <a:close/>
                  <a:moveTo>
                    <a:pt x="10587" y="1868"/>
                  </a:moveTo>
                  <a:lnTo>
                    <a:pt x="10885" y="2165"/>
                  </a:lnTo>
                  <a:lnTo>
                    <a:pt x="10481" y="2568"/>
                  </a:lnTo>
                  <a:lnTo>
                    <a:pt x="10185" y="2272"/>
                  </a:lnTo>
                  <a:lnTo>
                    <a:pt x="10587" y="1868"/>
                  </a:lnTo>
                  <a:close/>
                  <a:moveTo>
                    <a:pt x="8911" y="1477"/>
                  </a:moveTo>
                  <a:lnTo>
                    <a:pt x="10100" y="2666"/>
                  </a:lnTo>
                  <a:lnTo>
                    <a:pt x="9716" y="3051"/>
                  </a:lnTo>
                  <a:cubicBezTo>
                    <a:pt x="9732" y="2979"/>
                    <a:pt x="9741" y="2903"/>
                    <a:pt x="9741" y="2827"/>
                  </a:cubicBezTo>
                  <a:cubicBezTo>
                    <a:pt x="9741" y="2562"/>
                    <a:pt x="9636" y="2312"/>
                    <a:pt x="9451" y="2127"/>
                  </a:cubicBezTo>
                  <a:cubicBezTo>
                    <a:pt x="9263" y="1939"/>
                    <a:pt x="9015" y="1837"/>
                    <a:pt x="8750" y="1837"/>
                  </a:cubicBezTo>
                  <a:cubicBezTo>
                    <a:pt x="8674" y="1837"/>
                    <a:pt x="8600" y="1847"/>
                    <a:pt x="8527" y="1861"/>
                  </a:cubicBezTo>
                  <a:lnTo>
                    <a:pt x="8911" y="1477"/>
                  </a:lnTo>
                  <a:close/>
                  <a:moveTo>
                    <a:pt x="8752" y="2176"/>
                  </a:moveTo>
                  <a:cubicBezTo>
                    <a:pt x="8926" y="2176"/>
                    <a:pt x="9089" y="2245"/>
                    <a:pt x="9210" y="2367"/>
                  </a:cubicBezTo>
                  <a:cubicBezTo>
                    <a:pt x="9334" y="2490"/>
                    <a:pt x="9401" y="2655"/>
                    <a:pt x="9401" y="2827"/>
                  </a:cubicBezTo>
                  <a:cubicBezTo>
                    <a:pt x="9401" y="2999"/>
                    <a:pt x="9334" y="3164"/>
                    <a:pt x="9210" y="3287"/>
                  </a:cubicBezTo>
                  <a:cubicBezTo>
                    <a:pt x="9089" y="3408"/>
                    <a:pt x="8924" y="3477"/>
                    <a:pt x="8752" y="3477"/>
                  </a:cubicBezTo>
                  <a:cubicBezTo>
                    <a:pt x="8576" y="3477"/>
                    <a:pt x="8413" y="3408"/>
                    <a:pt x="8292" y="3287"/>
                  </a:cubicBezTo>
                  <a:cubicBezTo>
                    <a:pt x="8169" y="3164"/>
                    <a:pt x="8101" y="2999"/>
                    <a:pt x="8101" y="2827"/>
                  </a:cubicBezTo>
                  <a:cubicBezTo>
                    <a:pt x="8101" y="2653"/>
                    <a:pt x="8169" y="2490"/>
                    <a:pt x="8292" y="2367"/>
                  </a:cubicBezTo>
                  <a:cubicBezTo>
                    <a:pt x="8413" y="2245"/>
                    <a:pt x="8580" y="2176"/>
                    <a:pt x="8752" y="2176"/>
                  </a:cubicBezTo>
                  <a:close/>
                  <a:moveTo>
                    <a:pt x="7784" y="2602"/>
                  </a:moveTo>
                  <a:cubicBezTo>
                    <a:pt x="7768" y="2675"/>
                    <a:pt x="7759" y="2749"/>
                    <a:pt x="7759" y="2827"/>
                  </a:cubicBezTo>
                  <a:cubicBezTo>
                    <a:pt x="7759" y="3091"/>
                    <a:pt x="7864" y="3341"/>
                    <a:pt x="8049" y="3526"/>
                  </a:cubicBezTo>
                  <a:cubicBezTo>
                    <a:pt x="8237" y="3715"/>
                    <a:pt x="8486" y="3816"/>
                    <a:pt x="8748" y="3816"/>
                  </a:cubicBezTo>
                  <a:cubicBezTo>
                    <a:pt x="8826" y="3816"/>
                    <a:pt x="8901" y="3807"/>
                    <a:pt x="8973" y="3791"/>
                  </a:cubicBezTo>
                  <a:lnTo>
                    <a:pt x="8973" y="3791"/>
                  </a:lnTo>
                  <a:lnTo>
                    <a:pt x="6358" y="6405"/>
                  </a:lnTo>
                  <a:lnTo>
                    <a:pt x="5170" y="5215"/>
                  </a:lnTo>
                  <a:lnTo>
                    <a:pt x="7784" y="2602"/>
                  </a:lnTo>
                  <a:close/>
                  <a:moveTo>
                    <a:pt x="3619" y="4892"/>
                  </a:moveTo>
                  <a:lnTo>
                    <a:pt x="3646" y="4920"/>
                  </a:lnTo>
                  <a:lnTo>
                    <a:pt x="3646" y="5181"/>
                  </a:lnTo>
                  <a:lnTo>
                    <a:pt x="790" y="8036"/>
                  </a:lnTo>
                  <a:lnTo>
                    <a:pt x="1187" y="8433"/>
                  </a:lnTo>
                  <a:lnTo>
                    <a:pt x="631" y="8987"/>
                  </a:lnTo>
                  <a:lnTo>
                    <a:pt x="339" y="8696"/>
                  </a:lnTo>
                  <a:lnTo>
                    <a:pt x="339" y="8172"/>
                  </a:lnTo>
                  <a:lnTo>
                    <a:pt x="3619" y="4892"/>
                  </a:lnTo>
                  <a:close/>
                  <a:moveTo>
                    <a:pt x="5324" y="5853"/>
                  </a:moveTo>
                  <a:lnTo>
                    <a:pt x="6262" y="6790"/>
                  </a:lnTo>
                  <a:lnTo>
                    <a:pt x="2948" y="10104"/>
                  </a:lnTo>
                  <a:lnTo>
                    <a:pt x="2012" y="9167"/>
                  </a:lnTo>
                  <a:lnTo>
                    <a:pt x="5324" y="5853"/>
                  </a:lnTo>
                  <a:close/>
                  <a:moveTo>
                    <a:pt x="1232" y="8870"/>
                  </a:moveTo>
                  <a:lnTo>
                    <a:pt x="2706" y="10345"/>
                  </a:lnTo>
                  <a:lnTo>
                    <a:pt x="1954" y="11096"/>
                  </a:lnTo>
                  <a:lnTo>
                    <a:pt x="1238" y="11096"/>
                  </a:lnTo>
                  <a:lnTo>
                    <a:pt x="480" y="10337"/>
                  </a:lnTo>
                  <a:lnTo>
                    <a:pt x="480" y="9622"/>
                  </a:lnTo>
                  <a:lnTo>
                    <a:pt x="1232" y="8870"/>
                  </a:lnTo>
                  <a:close/>
                  <a:moveTo>
                    <a:pt x="9906" y="0"/>
                  </a:moveTo>
                  <a:lnTo>
                    <a:pt x="9553" y="354"/>
                  </a:lnTo>
                  <a:lnTo>
                    <a:pt x="9410" y="210"/>
                  </a:lnTo>
                  <a:lnTo>
                    <a:pt x="8527" y="1095"/>
                  </a:lnTo>
                  <a:lnTo>
                    <a:pt x="8670" y="1236"/>
                  </a:lnTo>
                  <a:lnTo>
                    <a:pt x="4931" y="4976"/>
                  </a:lnTo>
                  <a:lnTo>
                    <a:pt x="4787" y="4833"/>
                  </a:lnTo>
                  <a:lnTo>
                    <a:pt x="2731" y="6889"/>
                  </a:lnTo>
                  <a:lnTo>
                    <a:pt x="2972" y="7130"/>
                  </a:lnTo>
                  <a:lnTo>
                    <a:pt x="4787" y="5313"/>
                  </a:lnTo>
                  <a:lnTo>
                    <a:pt x="5085" y="5610"/>
                  </a:lnTo>
                  <a:lnTo>
                    <a:pt x="1771" y="8924"/>
                  </a:lnTo>
                  <a:lnTo>
                    <a:pt x="1473" y="8627"/>
                  </a:lnTo>
                  <a:lnTo>
                    <a:pt x="2731" y="7369"/>
                  </a:lnTo>
                  <a:lnTo>
                    <a:pt x="2492" y="7130"/>
                  </a:lnTo>
                  <a:lnTo>
                    <a:pt x="1428" y="8192"/>
                  </a:lnTo>
                  <a:lnTo>
                    <a:pt x="1272" y="8036"/>
                  </a:lnTo>
                  <a:lnTo>
                    <a:pt x="3988" y="5320"/>
                  </a:lnTo>
                  <a:lnTo>
                    <a:pt x="3988" y="4776"/>
                  </a:lnTo>
                  <a:lnTo>
                    <a:pt x="3619" y="4410"/>
                  </a:lnTo>
                  <a:lnTo>
                    <a:pt x="0" y="8029"/>
                  </a:lnTo>
                  <a:lnTo>
                    <a:pt x="0" y="8835"/>
                  </a:lnTo>
                  <a:lnTo>
                    <a:pt x="392" y="9227"/>
                  </a:lnTo>
                  <a:lnTo>
                    <a:pt x="140" y="9478"/>
                  </a:lnTo>
                  <a:lnTo>
                    <a:pt x="140" y="10477"/>
                  </a:lnTo>
                  <a:lnTo>
                    <a:pt x="1098" y="11435"/>
                  </a:lnTo>
                  <a:lnTo>
                    <a:pt x="2097" y="11435"/>
                  </a:lnTo>
                  <a:lnTo>
                    <a:pt x="2948" y="10584"/>
                  </a:lnTo>
                  <a:lnTo>
                    <a:pt x="6744" y="6788"/>
                  </a:lnTo>
                  <a:lnTo>
                    <a:pt x="6601" y="6645"/>
                  </a:lnTo>
                  <a:lnTo>
                    <a:pt x="10341" y="2905"/>
                  </a:lnTo>
                  <a:lnTo>
                    <a:pt x="10484" y="3048"/>
                  </a:lnTo>
                  <a:lnTo>
                    <a:pt x="11367" y="2165"/>
                  </a:lnTo>
                  <a:lnTo>
                    <a:pt x="11223" y="2022"/>
                  </a:lnTo>
                  <a:lnTo>
                    <a:pt x="11597" y="1651"/>
                  </a:lnTo>
                  <a:lnTo>
                    <a:pt x="11597" y="834"/>
                  </a:lnTo>
                  <a:lnTo>
                    <a:pt x="10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7"/>
            <p:cNvSpPr/>
            <p:nvPr/>
          </p:nvSpPr>
          <p:spPr>
            <a:xfrm>
              <a:off x="1083258" y="1497890"/>
              <a:ext cx="33223" cy="33131"/>
            </a:xfrm>
            <a:custGeom>
              <a:avLst/>
              <a:gdLst/>
              <a:ahLst/>
              <a:cxnLst/>
              <a:rect l="l" t="t" r="r" b="b"/>
              <a:pathLst>
                <a:path w="1085" h="1082" extrusionOk="0">
                  <a:moveTo>
                    <a:pt x="546" y="343"/>
                  </a:moveTo>
                  <a:cubicBezTo>
                    <a:pt x="598" y="343"/>
                    <a:pt x="649" y="363"/>
                    <a:pt x="687" y="401"/>
                  </a:cubicBezTo>
                  <a:cubicBezTo>
                    <a:pt x="727" y="439"/>
                    <a:pt x="747" y="489"/>
                    <a:pt x="747" y="544"/>
                  </a:cubicBezTo>
                  <a:cubicBezTo>
                    <a:pt x="747" y="598"/>
                    <a:pt x="727" y="647"/>
                    <a:pt x="687" y="687"/>
                  </a:cubicBezTo>
                  <a:cubicBezTo>
                    <a:pt x="649" y="725"/>
                    <a:pt x="598" y="745"/>
                    <a:pt x="546" y="745"/>
                  </a:cubicBezTo>
                  <a:cubicBezTo>
                    <a:pt x="492" y="745"/>
                    <a:pt x="441" y="725"/>
                    <a:pt x="403" y="687"/>
                  </a:cubicBezTo>
                  <a:cubicBezTo>
                    <a:pt x="365" y="647"/>
                    <a:pt x="343" y="598"/>
                    <a:pt x="343" y="544"/>
                  </a:cubicBezTo>
                  <a:cubicBezTo>
                    <a:pt x="343" y="489"/>
                    <a:pt x="365" y="439"/>
                    <a:pt x="403" y="401"/>
                  </a:cubicBezTo>
                  <a:cubicBezTo>
                    <a:pt x="441" y="363"/>
                    <a:pt x="492" y="343"/>
                    <a:pt x="546" y="343"/>
                  </a:cubicBezTo>
                  <a:close/>
                  <a:moveTo>
                    <a:pt x="542" y="0"/>
                  </a:moveTo>
                  <a:cubicBezTo>
                    <a:pt x="397" y="0"/>
                    <a:pt x="261" y="56"/>
                    <a:pt x="160" y="158"/>
                  </a:cubicBezTo>
                  <a:cubicBezTo>
                    <a:pt x="59" y="261"/>
                    <a:pt x="1" y="397"/>
                    <a:pt x="1" y="542"/>
                  </a:cubicBezTo>
                  <a:cubicBezTo>
                    <a:pt x="1" y="687"/>
                    <a:pt x="59" y="823"/>
                    <a:pt x="160" y="924"/>
                  </a:cubicBezTo>
                  <a:cubicBezTo>
                    <a:pt x="261" y="1026"/>
                    <a:pt x="397" y="1082"/>
                    <a:pt x="542" y="1082"/>
                  </a:cubicBezTo>
                  <a:cubicBezTo>
                    <a:pt x="687" y="1082"/>
                    <a:pt x="823" y="1026"/>
                    <a:pt x="926" y="924"/>
                  </a:cubicBezTo>
                  <a:cubicBezTo>
                    <a:pt x="1028" y="823"/>
                    <a:pt x="1084" y="687"/>
                    <a:pt x="1084" y="542"/>
                  </a:cubicBezTo>
                  <a:cubicBezTo>
                    <a:pt x="1084" y="397"/>
                    <a:pt x="1028" y="261"/>
                    <a:pt x="926" y="158"/>
                  </a:cubicBezTo>
                  <a:cubicBezTo>
                    <a:pt x="825" y="56"/>
                    <a:pt x="687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7"/>
            <p:cNvSpPr/>
            <p:nvPr/>
          </p:nvSpPr>
          <p:spPr>
            <a:xfrm>
              <a:off x="1041708" y="1533500"/>
              <a:ext cx="39255" cy="39316"/>
            </a:xfrm>
            <a:custGeom>
              <a:avLst/>
              <a:gdLst/>
              <a:ahLst/>
              <a:cxnLst/>
              <a:rect l="l" t="t" r="r" b="b"/>
              <a:pathLst>
                <a:path w="1282" h="1284" extrusionOk="0">
                  <a:moveTo>
                    <a:pt x="636" y="341"/>
                  </a:moveTo>
                  <a:cubicBezTo>
                    <a:pt x="714" y="341"/>
                    <a:pt x="792" y="372"/>
                    <a:pt x="848" y="430"/>
                  </a:cubicBezTo>
                  <a:cubicBezTo>
                    <a:pt x="905" y="486"/>
                    <a:pt x="937" y="560"/>
                    <a:pt x="937" y="642"/>
                  </a:cubicBezTo>
                  <a:cubicBezTo>
                    <a:pt x="939" y="720"/>
                    <a:pt x="908" y="796"/>
                    <a:pt x="852" y="852"/>
                  </a:cubicBezTo>
                  <a:cubicBezTo>
                    <a:pt x="794" y="910"/>
                    <a:pt x="720" y="941"/>
                    <a:pt x="638" y="941"/>
                  </a:cubicBezTo>
                  <a:cubicBezTo>
                    <a:pt x="558" y="941"/>
                    <a:pt x="482" y="910"/>
                    <a:pt x="424" y="852"/>
                  </a:cubicBezTo>
                  <a:cubicBezTo>
                    <a:pt x="368" y="796"/>
                    <a:pt x="337" y="722"/>
                    <a:pt x="337" y="642"/>
                  </a:cubicBezTo>
                  <a:cubicBezTo>
                    <a:pt x="337" y="562"/>
                    <a:pt x="368" y="486"/>
                    <a:pt x="424" y="430"/>
                  </a:cubicBezTo>
                  <a:cubicBezTo>
                    <a:pt x="482" y="372"/>
                    <a:pt x="557" y="341"/>
                    <a:pt x="636" y="341"/>
                  </a:cubicBezTo>
                  <a:close/>
                  <a:moveTo>
                    <a:pt x="640" y="0"/>
                  </a:moveTo>
                  <a:cubicBezTo>
                    <a:pt x="472" y="0"/>
                    <a:pt x="310" y="68"/>
                    <a:pt x="187" y="189"/>
                  </a:cubicBezTo>
                  <a:cubicBezTo>
                    <a:pt x="67" y="309"/>
                    <a:pt x="0" y="470"/>
                    <a:pt x="0" y="642"/>
                  </a:cubicBezTo>
                  <a:cubicBezTo>
                    <a:pt x="0" y="812"/>
                    <a:pt x="66" y="974"/>
                    <a:pt x="187" y="1095"/>
                  </a:cubicBezTo>
                  <a:cubicBezTo>
                    <a:pt x="308" y="1214"/>
                    <a:pt x="468" y="1283"/>
                    <a:pt x="640" y="1283"/>
                  </a:cubicBezTo>
                  <a:cubicBezTo>
                    <a:pt x="810" y="1283"/>
                    <a:pt x="972" y="1218"/>
                    <a:pt x="1093" y="1095"/>
                  </a:cubicBezTo>
                  <a:cubicBezTo>
                    <a:pt x="1214" y="975"/>
                    <a:pt x="1281" y="814"/>
                    <a:pt x="1281" y="642"/>
                  </a:cubicBezTo>
                  <a:cubicBezTo>
                    <a:pt x="1281" y="472"/>
                    <a:pt x="1216" y="312"/>
                    <a:pt x="1093" y="189"/>
                  </a:cubicBezTo>
                  <a:cubicBezTo>
                    <a:pt x="972" y="68"/>
                    <a:pt x="810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7"/>
            <p:cNvSpPr/>
            <p:nvPr/>
          </p:nvSpPr>
          <p:spPr>
            <a:xfrm>
              <a:off x="1010630" y="1564579"/>
              <a:ext cx="39255" cy="39316"/>
            </a:xfrm>
            <a:custGeom>
              <a:avLst/>
              <a:gdLst/>
              <a:ahLst/>
              <a:cxnLst/>
              <a:rect l="l" t="t" r="r" b="b"/>
              <a:pathLst>
                <a:path w="1282" h="1284" extrusionOk="0">
                  <a:moveTo>
                    <a:pt x="639" y="339"/>
                  </a:moveTo>
                  <a:cubicBezTo>
                    <a:pt x="718" y="339"/>
                    <a:pt x="794" y="370"/>
                    <a:pt x="852" y="426"/>
                  </a:cubicBezTo>
                  <a:cubicBezTo>
                    <a:pt x="909" y="484"/>
                    <a:pt x="939" y="558"/>
                    <a:pt x="939" y="640"/>
                  </a:cubicBezTo>
                  <a:cubicBezTo>
                    <a:pt x="939" y="721"/>
                    <a:pt x="909" y="796"/>
                    <a:pt x="852" y="852"/>
                  </a:cubicBezTo>
                  <a:cubicBezTo>
                    <a:pt x="794" y="910"/>
                    <a:pt x="720" y="941"/>
                    <a:pt x="639" y="941"/>
                  </a:cubicBezTo>
                  <a:cubicBezTo>
                    <a:pt x="559" y="941"/>
                    <a:pt x="483" y="910"/>
                    <a:pt x="425" y="852"/>
                  </a:cubicBezTo>
                  <a:cubicBezTo>
                    <a:pt x="369" y="796"/>
                    <a:pt x="338" y="721"/>
                    <a:pt x="338" y="640"/>
                  </a:cubicBezTo>
                  <a:cubicBezTo>
                    <a:pt x="338" y="560"/>
                    <a:pt x="369" y="484"/>
                    <a:pt x="425" y="426"/>
                  </a:cubicBezTo>
                  <a:cubicBezTo>
                    <a:pt x="483" y="370"/>
                    <a:pt x="557" y="339"/>
                    <a:pt x="639" y="339"/>
                  </a:cubicBezTo>
                  <a:close/>
                  <a:moveTo>
                    <a:pt x="640" y="0"/>
                  </a:moveTo>
                  <a:cubicBezTo>
                    <a:pt x="472" y="0"/>
                    <a:pt x="311" y="67"/>
                    <a:pt x="187" y="189"/>
                  </a:cubicBezTo>
                  <a:cubicBezTo>
                    <a:pt x="68" y="308"/>
                    <a:pt x="1" y="469"/>
                    <a:pt x="1" y="642"/>
                  </a:cubicBezTo>
                  <a:cubicBezTo>
                    <a:pt x="1" y="812"/>
                    <a:pt x="66" y="971"/>
                    <a:pt x="187" y="1095"/>
                  </a:cubicBezTo>
                  <a:cubicBezTo>
                    <a:pt x="309" y="1214"/>
                    <a:pt x="468" y="1283"/>
                    <a:pt x="640" y="1283"/>
                  </a:cubicBezTo>
                  <a:cubicBezTo>
                    <a:pt x="811" y="1283"/>
                    <a:pt x="972" y="1216"/>
                    <a:pt x="1093" y="1095"/>
                  </a:cubicBezTo>
                  <a:cubicBezTo>
                    <a:pt x="1215" y="975"/>
                    <a:pt x="1282" y="814"/>
                    <a:pt x="1282" y="642"/>
                  </a:cubicBezTo>
                  <a:cubicBezTo>
                    <a:pt x="1282" y="471"/>
                    <a:pt x="1217" y="310"/>
                    <a:pt x="1093" y="189"/>
                  </a:cubicBezTo>
                  <a:cubicBezTo>
                    <a:pt x="972" y="69"/>
                    <a:pt x="811" y="0"/>
                    <a:pt x="6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7"/>
            <p:cNvSpPr/>
            <p:nvPr/>
          </p:nvSpPr>
          <p:spPr>
            <a:xfrm>
              <a:off x="979949" y="1639412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40" y="0"/>
                  </a:moveTo>
                  <a:lnTo>
                    <a:pt x="1" y="240"/>
                  </a:lnTo>
                  <a:lnTo>
                    <a:pt x="240" y="481"/>
                  </a:lnTo>
                  <a:lnTo>
                    <a:pt x="481" y="240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7"/>
            <p:cNvSpPr/>
            <p:nvPr/>
          </p:nvSpPr>
          <p:spPr>
            <a:xfrm>
              <a:off x="992166" y="1627165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40" y="0"/>
                  </a:moveTo>
                  <a:lnTo>
                    <a:pt x="0" y="241"/>
                  </a:lnTo>
                  <a:lnTo>
                    <a:pt x="240" y="480"/>
                  </a:lnTo>
                  <a:lnTo>
                    <a:pt x="481" y="241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7"/>
            <p:cNvSpPr/>
            <p:nvPr/>
          </p:nvSpPr>
          <p:spPr>
            <a:xfrm>
              <a:off x="913536" y="1651660"/>
              <a:ext cx="68834" cy="68834"/>
            </a:xfrm>
            <a:custGeom>
              <a:avLst/>
              <a:gdLst/>
              <a:ahLst/>
              <a:cxnLst/>
              <a:rect l="l" t="t" r="r" b="b"/>
              <a:pathLst>
                <a:path w="2248" h="2248" extrusionOk="0">
                  <a:moveTo>
                    <a:pt x="2008" y="1"/>
                  </a:moveTo>
                  <a:lnTo>
                    <a:pt x="1" y="2009"/>
                  </a:lnTo>
                  <a:lnTo>
                    <a:pt x="242" y="2248"/>
                  </a:lnTo>
                  <a:lnTo>
                    <a:pt x="2248" y="242"/>
                  </a:lnTo>
                  <a:lnTo>
                    <a:pt x="20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751;p47">
            <a:extLst>
              <a:ext uri="{FF2B5EF4-FFF2-40B4-BE49-F238E27FC236}">
                <a16:creationId xmlns:a16="http://schemas.microsoft.com/office/drawing/2014/main" id="{4BAFF3C9-A255-44D4-811E-B2A7D9238B12}"/>
              </a:ext>
            </a:extLst>
          </p:cNvPr>
          <p:cNvSpPr txBox="1">
            <a:spLocks/>
          </p:cNvSpPr>
          <p:nvPr/>
        </p:nvSpPr>
        <p:spPr>
          <a:xfrm>
            <a:off x="3115879" y="4339650"/>
            <a:ext cx="40905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0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inzel"/>
              <a:buNone/>
              <a:defRPr sz="2400" b="1" i="0" u="none" strike="noStrike" cap="none">
                <a:solidFill>
                  <a:schemeClr val="dk2"/>
                </a:solidFill>
                <a:latin typeface="Cinzel"/>
                <a:ea typeface="Cinzel"/>
                <a:cs typeface="Cinzel"/>
                <a:sym typeface="Cinzel"/>
              </a:defRPr>
            </a:lvl9pPr>
          </a:lstStyle>
          <a:p>
            <a:r>
              <a:rPr lang="en-US" dirty="0"/>
              <a:t>ASP.NET Identity</a:t>
            </a:r>
            <a:endParaRPr lang="bg-B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C343CDF7-489C-3537-BC2D-4AEA5295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>
            <a:extLst>
              <a:ext uri="{FF2B5EF4-FFF2-40B4-BE49-F238E27FC236}">
                <a16:creationId xmlns:a16="http://schemas.microsoft.com/office/drawing/2014/main" id="{3B417033-CE2A-B3D6-8117-0747C875CA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Архитектура</a:t>
            </a:r>
            <a:endParaRPr dirty="0"/>
          </a:p>
        </p:txBody>
      </p:sp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DCD3CFA7-7F48-40AF-D918-2D57B85C6D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9600" y="579863"/>
            <a:ext cx="1974000" cy="1806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03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754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4"/>
          <p:cNvSpPr txBox="1">
            <a:spLocks noGrp="1"/>
          </p:cNvSpPr>
          <p:nvPr>
            <p:ph type="subTitle" idx="1"/>
          </p:nvPr>
        </p:nvSpPr>
        <p:spPr>
          <a:xfrm>
            <a:off x="1519838" y="1166488"/>
            <a:ext cx="2907600" cy="6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bg-BG" dirty="0"/>
              <a:t>Решението съдържа:</a:t>
            </a:r>
            <a:endParaRPr dirty="0"/>
          </a:p>
        </p:txBody>
      </p:sp>
      <p:sp>
        <p:nvSpPr>
          <p:cNvPr id="483" name="Google Shape;483;p44"/>
          <p:cNvSpPr txBox="1">
            <a:spLocks noGrp="1"/>
          </p:cNvSpPr>
          <p:nvPr>
            <p:ph type="subTitle" idx="2"/>
          </p:nvPr>
        </p:nvSpPr>
        <p:spPr>
          <a:xfrm>
            <a:off x="4716563" y="1166488"/>
            <a:ext cx="2907600" cy="6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1600"/>
              </a:spcAft>
            </a:pPr>
            <a:r>
              <a:rPr lang="bg-BG" dirty="0"/>
              <a:t>Архитектурен модел:</a:t>
            </a:r>
            <a:endParaRPr dirty="0"/>
          </a:p>
        </p:txBody>
      </p:sp>
      <p:sp>
        <p:nvSpPr>
          <p:cNvPr id="484" name="Google Shape;484;p44"/>
          <p:cNvSpPr txBox="1">
            <a:spLocks noGrp="1"/>
          </p:cNvSpPr>
          <p:nvPr>
            <p:ph type="subTitle" idx="3"/>
          </p:nvPr>
        </p:nvSpPr>
        <p:spPr>
          <a:xfrm>
            <a:off x="1519838" y="2949813"/>
            <a:ext cx="2907600" cy="102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 err="1"/>
              <a:t>CosmicExplorer</a:t>
            </a:r>
            <a:r>
              <a:rPr lang="ru-RU" dirty="0"/>
              <a:t>M12 (</a:t>
            </a:r>
            <a:r>
              <a:rPr lang="ru-RU" dirty="0" err="1"/>
              <a:t>основно</a:t>
            </a:r>
            <a:r>
              <a:rPr lang="ru-RU" dirty="0"/>
              <a:t> уеб приложение)</a:t>
            </a:r>
            <a:endParaRPr dirty="0"/>
          </a:p>
        </p:txBody>
      </p:sp>
      <p:sp>
        <p:nvSpPr>
          <p:cNvPr id="486" name="Google Shape;486;p44"/>
          <p:cNvSpPr/>
          <p:nvPr/>
        </p:nvSpPr>
        <p:spPr>
          <a:xfrm>
            <a:off x="2612568" y="2224374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4"/>
          <p:cNvSpPr/>
          <p:nvPr/>
        </p:nvSpPr>
        <p:spPr>
          <a:xfrm>
            <a:off x="5776934" y="2203539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8" name="Google Shape;488;p44"/>
          <p:cNvGrpSpPr/>
          <p:nvPr/>
        </p:nvGrpSpPr>
        <p:grpSpPr>
          <a:xfrm>
            <a:off x="5976729" y="2436981"/>
            <a:ext cx="354978" cy="287736"/>
            <a:chOff x="2415408" y="2115665"/>
            <a:chExt cx="354978" cy="287736"/>
          </a:xfrm>
        </p:grpSpPr>
        <p:sp>
          <p:nvSpPr>
            <p:cNvPr id="489" name="Google Shape;489;p44"/>
            <p:cNvSpPr/>
            <p:nvPr/>
          </p:nvSpPr>
          <p:spPr>
            <a:xfrm>
              <a:off x="2569637" y="2236152"/>
              <a:ext cx="46451" cy="46542"/>
            </a:xfrm>
            <a:custGeom>
              <a:avLst/>
              <a:gdLst/>
              <a:ahLst/>
              <a:cxnLst/>
              <a:rect l="l" t="t" r="r" b="b"/>
              <a:pathLst>
                <a:path w="1517" h="1520" extrusionOk="0">
                  <a:moveTo>
                    <a:pt x="1178" y="341"/>
                  </a:moveTo>
                  <a:lnTo>
                    <a:pt x="1178" y="1178"/>
                  </a:lnTo>
                  <a:lnTo>
                    <a:pt x="339" y="1178"/>
                  </a:lnTo>
                  <a:lnTo>
                    <a:pt x="339" y="341"/>
                  </a:lnTo>
                  <a:close/>
                  <a:moveTo>
                    <a:pt x="0" y="1"/>
                  </a:moveTo>
                  <a:lnTo>
                    <a:pt x="0" y="1519"/>
                  </a:lnTo>
                  <a:lnTo>
                    <a:pt x="1517" y="151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4"/>
            <p:cNvSpPr/>
            <p:nvPr/>
          </p:nvSpPr>
          <p:spPr>
            <a:xfrm>
              <a:off x="2526739" y="2193377"/>
              <a:ext cx="132248" cy="132248"/>
            </a:xfrm>
            <a:custGeom>
              <a:avLst/>
              <a:gdLst/>
              <a:ahLst/>
              <a:cxnLst/>
              <a:rect l="l" t="t" r="r" b="b"/>
              <a:pathLst>
                <a:path w="4319" h="4319" extrusionOk="0">
                  <a:moveTo>
                    <a:pt x="3269" y="1046"/>
                  </a:moveTo>
                  <a:lnTo>
                    <a:pt x="3269" y="3266"/>
                  </a:lnTo>
                  <a:lnTo>
                    <a:pt x="1050" y="3266"/>
                  </a:lnTo>
                  <a:lnTo>
                    <a:pt x="1050" y="1046"/>
                  </a:lnTo>
                  <a:close/>
                  <a:moveTo>
                    <a:pt x="1019" y="1"/>
                  </a:moveTo>
                  <a:lnTo>
                    <a:pt x="1019" y="709"/>
                  </a:lnTo>
                  <a:lnTo>
                    <a:pt x="709" y="709"/>
                  </a:lnTo>
                  <a:lnTo>
                    <a:pt x="709" y="1023"/>
                  </a:lnTo>
                  <a:lnTo>
                    <a:pt x="1" y="1023"/>
                  </a:lnTo>
                  <a:lnTo>
                    <a:pt x="1" y="1361"/>
                  </a:lnTo>
                  <a:lnTo>
                    <a:pt x="709" y="1361"/>
                  </a:lnTo>
                  <a:lnTo>
                    <a:pt x="709" y="1668"/>
                  </a:lnTo>
                  <a:lnTo>
                    <a:pt x="1" y="1668"/>
                  </a:lnTo>
                  <a:lnTo>
                    <a:pt x="1" y="2008"/>
                  </a:lnTo>
                  <a:lnTo>
                    <a:pt x="709" y="2008"/>
                  </a:lnTo>
                  <a:lnTo>
                    <a:pt x="709" y="2313"/>
                  </a:lnTo>
                  <a:lnTo>
                    <a:pt x="1" y="2313"/>
                  </a:lnTo>
                  <a:lnTo>
                    <a:pt x="1" y="2653"/>
                  </a:lnTo>
                  <a:lnTo>
                    <a:pt x="709" y="2653"/>
                  </a:lnTo>
                  <a:lnTo>
                    <a:pt x="709" y="2960"/>
                  </a:lnTo>
                  <a:lnTo>
                    <a:pt x="1" y="2960"/>
                  </a:lnTo>
                  <a:lnTo>
                    <a:pt x="1" y="3298"/>
                  </a:lnTo>
                  <a:lnTo>
                    <a:pt x="709" y="3298"/>
                  </a:lnTo>
                  <a:lnTo>
                    <a:pt x="709" y="3608"/>
                  </a:lnTo>
                  <a:lnTo>
                    <a:pt x="1023" y="3608"/>
                  </a:lnTo>
                  <a:lnTo>
                    <a:pt x="1023" y="4318"/>
                  </a:lnTo>
                  <a:lnTo>
                    <a:pt x="1361" y="4318"/>
                  </a:lnTo>
                  <a:lnTo>
                    <a:pt x="1361" y="3608"/>
                  </a:lnTo>
                  <a:lnTo>
                    <a:pt x="1668" y="3608"/>
                  </a:lnTo>
                  <a:lnTo>
                    <a:pt x="1668" y="4318"/>
                  </a:lnTo>
                  <a:lnTo>
                    <a:pt x="2008" y="4318"/>
                  </a:lnTo>
                  <a:lnTo>
                    <a:pt x="2008" y="3608"/>
                  </a:lnTo>
                  <a:lnTo>
                    <a:pt x="2313" y="3608"/>
                  </a:lnTo>
                  <a:lnTo>
                    <a:pt x="2313" y="4318"/>
                  </a:lnTo>
                  <a:lnTo>
                    <a:pt x="2653" y="4318"/>
                  </a:lnTo>
                  <a:lnTo>
                    <a:pt x="2653" y="3608"/>
                  </a:lnTo>
                  <a:lnTo>
                    <a:pt x="2959" y="3608"/>
                  </a:lnTo>
                  <a:lnTo>
                    <a:pt x="2959" y="4318"/>
                  </a:lnTo>
                  <a:lnTo>
                    <a:pt x="3298" y="4318"/>
                  </a:lnTo>
                  <a:lnTo>
                    <a:pt x="3298" y="3608"/>
                  </a:lnTo>
                  <a:lnTo>
                    <a:pt x="3608" y="3608"/>
                  </a:lnTo>
                  <a:lnTo>
                    <a:pt x="3608" y="3297"/>
                  </a:lnTo>
                  <a:lnTo>
                    <a:pt x="4318" y="3297"/>
                  </a:lnTo>
                  <a:lnTo>
                    <a:pt x="4318" y="2956"/>
                  </a:lnTo>
                  <a:lnTo>
                    <a:pt x="3608" y="2956"/>
                  </a:lnTo>
                  <a:lnTo>
                    <a:pt x="3608" y="2652"/>
                  </a:lnTo>
                  <a:lnTo>
                    <a:pt x="4318" y="2652"/>
                  </a:lnTo>
                  <a:lnTo>
                    <a:pt x="4318" y="2311"/>
                  </a:lnTo>
                  <a:lnTo>
                    <a:pt x="3608" y="2311"/>
                  </a:lnTo>
                  <a:lnTo>
                    <a:pt x="3608" y="2005"/>
                  </a:lnTo>
                  <a:lnTo>
                    <a:pt x="4318" y="2005"/>
                  </a:lnTo>
                  <a:lnTo>
                    <a:pt x="4318" y="1666"/>
                  </a:lnTo>
                  <a:lnTo>
                    <a:pt x="3608" y="1666"/>
                  </a:lnTo>
                  <a:lnTo>
                    <a:pt x="3608" y="1360"/>
                  </a:lnTo>
                  <a:lnTo>
                    <a:pt x="4318" y="1360"/>
                  </a:lnTo>
                  <a:lnTo>
                    <a:pt x="4318" y="1021"/>
                  </a:lnTo>
                  <a:lnTo>
                    <a:pt x="3608" y="1021"/>
                  </a:lnTo>
                  <a:lnTo>
                    <a:pt x="3608" y="709"/>
                  </a:lnTo>
                  <a:lnTo>
                    <a:pt x="3297" y="709"/>
                  </a:lnTo>
                  <a:lnTo>
                    <a:pt x="3297" y="1"/>
                  </a:lnTo>
                  <a:lnTo>
                    <a:pt x="2956" y="1"/>
                  </a:lnTo>
                  <a:lnTo>
                    <a:pt x="2956" y="709"/>
                  </a:lnTo>
                  <a:lnTo>
                    <a:pt x="2650" y="709"/>
                  </a:lnTo>
                  <a:lnTo>
                    <a:pt x="2650" y="1"/>
                  </a:lnTo>
                  <a:lnTo>
                    <a:pt x="2311" y="1"/>
                  </a:lnTo>
                  <a:lnTo>
                    <a:pt x="2311" y="709"/>
                  </a:lnTo>
                  <a:lnTo>
                    <a:pt x="2005" y="709"/>
                  </a:lnTo>
                  <a:lnTo>
                    <a:pt x="2005" y="1"/>
                  </a:lnTo>
                  <a:lnTo>
                    <a:pt x="1666" y="1"/>
                  </a:lnTo>
                  <a:lnTo>
                    <a:pt x="1666" y="709"/>
                  </a:lnTo>
                  <a:lnTo>
                    <a:pt x="1360" y="709"/>
                  </a:lnTo>
                  <a:lnTo>
                    <a:pt x="13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4"/>
            <p:cNvSpPr/>
            <p:nvPr/>
          </p:nvSpPr>
          <p:spPr>
            <a:xfrm>
              <a:off x="2415408" y="2115665"/>
              <a:ext cx="354978" cy="287736"/>
            </a:xfrm>
            <a:custGeom>
              <a:avLst/>
              <a:gdLst/>
              <a:ahLst/>
              <a:cxnLst/>
              <a:rect l="l" t="t" r="r" b="b"/>
              <a:pathLst>
                <a:path w="11593" h="9397" extrusionOk="0">
                  <a:moveTo>
                    <a:pt x="5798" y="0"/>
                  </a:moveTo>
                  <a:cubicBezTo>
                    <a:pt x="5046" y="0"/>
                    <a:pt x="4298" y="181"/>
                    <a:pt x="3635" y="526"/>
                  </a:cubicBezTo>
                  <a:cubicBezTo>
                    <a:pt x="2993" y="857"/>
                    <a:pt x="2428" y="1343"/>
                    <a:pt x="2002" y="1926"/>
                  </a:cubicBezTo>
                  <a:lnTo>
                    <a:pt x="2276" y="2126"/>
                  </a:lnTo>
                  <a:cubicBezTo>
                    <a:pt x="3095" y="1006"/>
                    <a:pt x="4412" y="337"/>
                    <a:pt x="5798" y="337"/>
                  </a:cubicBezTo>
                  <a:cubicBezTo>
                    <a:pt x="7579" y="337"/>
                    <a:pt x="9165" y="1422"/>
                    <a:pt x="9830" y="3037"/>
                  </a:cubicBezTo>
                  <a:cubicBezTo>
                    <a:pt x="9498" y="2791"/>
                    <a:pt x="9120" y="2537"/>
                    <a:pt x="8708" y="2312"/>
                  </a:cubicBezTo>
                  <a:cubicBezTo>
                    <a:pt x="7719" y="1772"/>
                    <a:pt x="6740" y="1499"/>
                    <a:pt x="5798" y="1499"/>
                  </a:cubicBezTo>
                  <a:cubicBezTo>
                    <a:pt x="5767" y="1499"/>
                    <a:pt x="5738" y="1499"/>
                    <a:pt x="5711" y="1500"/>
                  </a:cubicBezTo>
                  <a:cubicBezTo>
                    <a:pt x="5012" y="1515"/>
                    <a:pt x="4289" y="1676"/>
                    <a:pt x="3560" y="1986"/>
                  </a:cubicBezTo>
                  <a:cubicBezTo>
                    <a:pt x="2963" y="2240"/>
                    <a:pt x="2357" y="2593"/>
                    <a:pt x="1767" y="3037"/>
                  </a:cubicBezTo>
                  <a:cubicBezTo>
                    <a:pt x="1857" y="2814"/>
                    <a:pt x="1966" y="2602"/>
                    <a:pt x="2093" y="2397"/>
                  </a:cubicBezTo>
                  <a:lnTo>
                    <a:pt x="1805" y="2220"/>
                  </a:lnTo>
                  <a:cubicBezTo>
                    <a:pt x="1571" y="2595"/>
                    <a:pt x="1392" y="3003"/>
                    <a:pt x="1272" y="3428"/>
                  </a:cubicBezTo>
                  <a:cubicBezTo>
                    <a:pt x="545" y="4041"/>
                    <a:pt x="111" y="4563"/>
                    <a:pt x="87" y="4590"/>
                  </a:cubicBezTo>
                  <a:lnTo>
                    <a:pt x="0" y="4698"/>
                  </a:lnTo>
                  <a:lnTo>
                    <a:pt x="87" y="4807"/>
                  </a:lnTo>
                  <a:cubicBezTo>
                    <a:pt x="92" y="4813"/>
                    <a:pt x="178" y="4920"/>
                    <a:pt x="339" y="5088"/>
                  </a:cubicBezTo>
                  <a:lnTo>
                    <a:pt x="585" y="4856"/>
                  </a:lnTo>
                  <a:cubicBezTo>
                    <a:pt x="527" y="4795"/>
                    <a:pt x="480" y="4740"/>
                    <a:pt x="444" y="4698"/>
                  </a:cubicBezTo>
                  <a:cubicBezTo>
                    <a:pt x="652" y="4467"/>
                    <a:pt x="1192" y="3892"/>
                    <a:pt x="1953" y="3320"/>
                  </a:cubicBezTo>
                  <a:cubicBezTo>
                    <a:pt x="2414" y="2975"/>
                    <a:pt x="3001" y="2597"/>
                    <a:pt x="3671" y="2310"/>
                  </a:cubicBezTo>
                  <a:lnTo>
                    <a:pt x="3671" y="2310"/>
                  </a:lnTo>
                  <a:cubicBezTo>
                    <a:pt x="3013" y="2896"/>
                    <a:pt x="2597" y="3747"/>
                    <a:pt x="2597" y="4697"/>
                  </a:cubicBezTo>
                  <a:cubicBezTo>
                    <a:pt x="2597" y="5650"/>
                    <a:pt x="3019" y="6509"/>
                    <a:pt x="3682" y="7096"/>
                  </a:cubicBezTo>
                  <a:cubicBezTo>
                    <a:pt x="2441" y="6568"/>
                    <a:pt x="1426" y="5695"/>
                    <a:pt x="819" y="5093"/>
                  </a:cubicBezTo>
                  <a:lnTo>
                    <a:pt x="580" y="5333"/>
                  </a:lnTo>
                  <a:cubicBezTo>
                    <a:pt x="765" y="5517"/>
                    <a:pt x="997" y="5735"/>
                    <a:pt x="1270" y="5965"/>
                  </a:cubicBezTo>
                  <a:cubicBezTo>
                    <a:pt x="1836" y="7987"/>
                    <a:pt x="3689" y="9397"/>
                    <a:pt x="5795" y="9397"/>
                  </a:cubicBezTo>
                  <a:cubicBezTo>
                    <a:pt x="6547" y="9397"/>
                    <a:pt x="7295" y="9216"/>
                    <a:pt x="7958" y="8871"/>
                  </a:cubicBezTo>
                  <a:cubicBezTo>
                    <a:pt x="8599" y="8538"/>
                    <a:pt x="9165" y="8054"/>
                    <a:pt x="9591" y="7469"/>
                  </a:cubicBezTo>
                  <a:lnTo>
                    <a:pt x="9317" y="7268"/>
                  </a:lnTo>
                  <a:cubicBezTo>
                    <a:pt x="8498" y="8389"/>
                    <a:pt x="7181" y="9056"/>
                    <a:pt x="5795" y="9056"/>
                  </a:cubicBezTo>
                  <a:cubicBezTo>
                    <a:pt x="4013" y="9056"/>
                    <a:pt x="2428" y="7973"/>
                    <a:pt x="1763" y="6356"/>
                  </a:cubicBezTo>
                  <a:lnTo>
                    <a:pt x="1763" y="6356"/>
                  </a:lnTo>
                  <a:cubicBezTo>
                    <a:pt x="2031" y="6556"/>
                    <a:pt x="2321" y="6755"/>
                    <a:pt x="2636" y="6940"/>
                  </a:cubicBezTo>
                  <a:cubicBezTo>
                    <a:pt x="3709" y="7574"/>
                    <a:pt x="4774" y="7895"/>
                    <a:pt x="5795" y="7895"/>
                  </a:cubicBezTo>
                  <a:cubicBezTo>
                    <a:pt x="5825" y="7895"/>
                    <a:pt x="5854" y="7895"/>
                    <a:pt x="5882" y="7893"/>
                  </a:cubicBezTo>
                  <a:cubicBezTo>
                    <a:pt x="6581" y="7878"/>
                    <a:pt x="7304" y="7719"/>
                    <a:pt x="8032" y="7407"/>
                  </a:cubicBezTo>
                  <a:cubicBezTo>
                    <a:pt x="8630" y="7154"/>
                    <a:pt x="9234" y="6800"/>
                    <a:pt x="9826" y="6356"/>
                  </a:cubicBezTo>
                  <a:lnTo>
                    <a:pt x="9826" y="6356"/>
                  </a:lnTo>
                  <a:cubicBezTo>
                    <a:pt x="9736" y="6577"/>
                    <a:pt x="9627" y="6791"/>
                    <a:pt x="9500" y="6996"/>
                  </a:cubicBezTo>
                  <a:lnTo>
                    <a:pt x="9788" y="7175"/>
                  </a:lnTo>
                  <a:cubicBezTo>
                    <a:pt x="10022" y="6799"/>
                    <a:pt x="10199" y="6391"/>
                    <a:pt x="10321" y="5965"/>
                  </a:cubicBezTo>
                  <a:cubicBezTo>
                    <a:pt x="11047" y="5354"/>
                    <a:pt x="11482" y="4831"/>
                    <a:pt x="11506" y="4804"/>
                  </a:cubicBezTo>
                  <a:lnTo>
                    <a:pt x="11593" y="4695"/>
                  </a:lnTo>
                  <a:lnTo>
                    <a:pt x="11506" y="4588"/>
                  </a:lnTo>
                  <a:cubicBezTo>
                    <a:pt x="11499" y="4579"/>
                    <a:pt x="11317" y="4361"/>
                    <a:pt x="10993" y="4041"/>
                  </a:cubicBezTo>
                  <a:lnTo>
                    <a:pt x="10756" y="4284"/>
                  </a:lnTo>
                  <a:cubicBezTo>
                    <a:pt x="10935" y="4459"/>
                    <a:pt x="11067" y="4604"/>
                    <a:pt x="11149" y="4697"/>
                  </a:cubicBezTo>
                  <a:cubicBezTo>
                    <a:pt x="10941" y="4930"/>
                    <a:pt x="10401" y="5503"/>
                    <a:pt x="9640" y="6076"/>
                  </a:cubicBezTo>
                  <a:cubicBezTo>
                    <a:pt x="9179" y="6420"/>
                    <a:pt x="8592" y="6799"/>
                    <a:pt x="7922" y="7087"/>
                  </a:cubicBezTo>
                  <a:cubicBezTo>
                    <a:pt x="8580" y="6500"/>
                    <a:pt x="8996" y="5648"/>
                    <a:pt x="8996" y="4698"/>
                  </a:cubicBezTo>
                  <a:cubicBezTo>
                    <a:pt x="8996" y="4209"/>
                    <a:pt x="8889" y="3742"/>
                    <a:pt x="8676" y="3303"/>
                  </a:cubicBezTo>
                  <a:lnTo>
                    <a:pt x="8371" y="3454"/>
                  </a:lnTo>
                  <a:cubicBezTo>
                    <a:pt x="8561" y="3843"/>
                    <a:pt x="8656" y="4262"/>
                    <a:pt x="8656" y="4698"/>
                  </a:cubicBezTo>
                  <a:cubicBezTo>
                    <a:pt x="8656" y="6246"/>
                    <a:pt x="7420" y="7511"/>
                    <a:pt x="5883" y="7556"/>
                  </a:cubicBezTo>
                  <a:cubicBezTo>
                    <a:pt x="5854" y="7556"/>
                    <a:pt x="5827" y="7558"/>
                    <a:pt x="5798" y="7558"/>
                  </a:cubicBezTo>
                  <a:cubicBezTo>
                    <a:pt x="4222" y="7558"/>
                    <a:pt x="2939" y="6275"/>
                    <a:pt x="2939" y="4698"/>
                  </a:cubicBezTo>
                  <a:cubicBezTo>
                    <a:pt x="2939" y="3153"/>
                    <a:pt x="4177" y="1888"/>
                    <a:pt x="5711" y="1843"/>
                  </a:cubicBezTo>
                  <a:cubicBezTo>
                    <a:pt x="5740" y="1843"/>
                    <a:pt x="5767" y="1841"/>
                    <a:pt x="5798" y="1841"/>
                  </a:cubicBezTo>
                  <a:cubicBezTo>
                    <a:pt x="6782" y="1841"/>
                    <a:pt x="7686" y="2339"/>
                    <a:pt x="8214" y="3173"/>
                  </a:cubicBezTo>
                  <a:lnTo>
                    <a:pt x="8502" y="2992"/>
                  </a:lnTo>
                  <a:cubicBezTo>
                    <a:pt x="8340" y="2736"/>
                    <a:pt x="8148" y="2510"/>
                    <a:pt x="7931" y="2314"/>
                  </a:cubicBezTo>
                  <a:lnTo>
                    <a:pt x="7931" y="2314"/>
                  </a:lnTo>
                  <a:cubicBezTo>
                    <a:pt x="9042" y="2792"/>
                    <a:pt x="9957" y="3533"/>
                    <a:pt x="10515" y="4053"/>
                  </a:cubicBezTo>
                  <a:lnTo>
                    <a:pt x="10747" y="3805"/>
                  </a:lnTo>
                  <a:cubicBezTo>
                    <a:pt x="10623" y="3691"/>
                    <a:pt x="10484" y="3564"/>
                    <a:pt x="10323" y="3430"/>
                  </a:cubicBezTo>
                  <a:cubicBezTo>
                    <a:pt x="9757" y="1408"/>
                    <a:pt x="7904" y="0"/>
                    <a:pt x="5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4"/>
            <p:cNvSpPr/>
            <p:nvPr/>
          </p:nvSpPr>
          <p:spPr>
            <a:xfrm>
              <a:off x="2473645" y="2254187"/>
              <a:ext cx="10411" cy="10472"/>
            </a:xfrm>
            <a:custGeom>
              <a:avLst/>
              <a:gdLst/>
              <a:ahLst/>
              <a:cxnLst/>
              <a:rect l="l" t="t" r="r" b="b"/>
              <a:pathLst>
                <a:path w="340" h="342" extrusionOk="0">
                  <a:moveTo>
                    <a:pt x="1" y="1"/>
                  </a:moveTo>
                  <a:lnTo>
                    <a:pt x="1" y="341"/>
                  </a:lnTo>
                  <a:lnTo>
                    <a:pt x="339" y="341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4"/>
            <p:cNvSpPr/>
            <p:nvPr/>
          </p:nvSpPr>
          <p:spPr>
            <a:xfrm>
              <a:off x="2456284" y="2254187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0" y="1"/>
                  </a:moveTo>
                  <a:lnTo>
                    <a:pt x="0" y="341"/>
                  </a:lnTo>
                  <a:lnTo>
                    <a:pt x="341" y="34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4"/>
            <p:cNvSpPr/>
            <p:nvPr/>
          </p:nvSpPr>
          <p:spPr>
            <a:xfrm>
              <a:off x="2438985" y="2254187"/>
              <a:ext cx="10380" cy="10472"/>
            </a:xfrm>
            <a:custGeom>
              <a:avLst/>
              <a:gdLst/>
              <a:ahLst/>
              <a:cxnLst/>
              <a:rect l="l" t="t" r="r" b="b"/>
              <a:pathLst>
                <a:path w="339" h="342" extrusionOk="0">
                  <a:moveTo>
                    <a:pt x="0" y="1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4"/>
            <p:cNvSpPr/>
            <p:nvPr/>
          </p:nvSpPr>
          <p:spPr>
            <a:xfrm>
              <a:off x="2577843" y="2135751"/>
              <a:ext cx="66170" cy="20546"/>
            </a:xfrm>
            <a:custGeom>
              <a:avLst/>
              <a:gdLst/>
              <a:ahLst/>
              <a:cxnLst/>
              <a:rect l="l" t="t" r="r" b="b"/>
              <a:pathLst>
                <a:path w="2161" h="671" extrusionOk="0">
                  <a:moveTo>
                    <a:pt x="488" y="0"/>
                  </a:moveTo>
                  <a:cubicBezTo>
                    <a:pt x="325" y="0"/>
                    <a:pt x="162" y="9"/>
                    <a:pt x="0" y="29"/>
                  </a:cubicBezTo>
                  <a:lnTo>
                    <a:pt x="42" y="368"/>
                  </a:lnTo>
                  <a:cubicBezTo>
                    <a:pt x="189" y="350"/>
                    <a:pt x="339" y="341"/>
                    <a:pt x="488" y="341"/>
                  </a:cubicBezTo>
                  <a:cubicBezTo>
                    <a:pt x="1024" y="341"/>
                    <a:pt x="1539" y="451"/>
                    <a:pt x="2019" y="670"/>
                  </a:cubicBezTo>
                  <a:lnTo>
                    <a:pt x="2160" y="361"/>
                  </a:lnTo>
                  <a:cubicBezTo>
                    <a:pt x="1635" y="121"/>
                    <a:pt x="1073" y="0"/>
                    <a:pt x="4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4"/>
            <p:cNvSpPr/>
            <p:nvPr/>
          </p:nvSpPr>
          <p:spPr>
            <a:xfrm>
              <a:off x="2645633" y="2149989"/>
              <a:ext cx="14238" cy="14238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158" y="1"/>
                  </a:moveTo>
                  <a:lnTo>
                    <a:pt x="1" y="301"/>
                  </a:lnTo>
                  <a:cubicBezTo>
                    <a:pt x="95" y="350"/>
                    <a:pt x="191" y="408"/>
                    <a:pt x="281" y="465"/>
                  </a:cubicBezTo>
                  <a:lnTo>
                    <a:pt x="464" y="178"/>
                  </a:lnTo>
                  <a:cubicBezTo>
                    <a:pt x="365" y="115"/>
                    <a:pt x="263" y="55"/>
                    <a:pt x="1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4"/>
            <p:cNvSpPr/>
            <p:nvPr/>
          </p:nvSpPr>
          <p:spPr>
            <a:xfrm>
              <a:off x="2659626" y="2159543"/>
              <a:ext cx="14667" cy="14667"/>
            </a:xfrm>
            <a:custGeom>
              <a:avLst/>
              <a:gdLst/>
              <a:ahLst/>
              <a:cxnLst/>
              <a:rect l="l" t="t" r="r" b="b"/>
              <a:pathLst>
                <a:path w="479" h="479" extrusionOk="0">
                  <a:moveTo>
                    <a:pt x="201" y="0"/>
                  </a:moveTo>
                  <a:lnTo>
                    <a:pt x="0" y="274"/>
                  </a:lnTo>
                  <a:cubicBezTo>
                    <a:pt x="87" y="337"/>
                    <a:pt x="172" y="406"/>
                    <a:pt x="254" y="479"/>
                  </a:cubicBezTo>
                  <a:lnTo>
                    <a:pt x="479" y="223"/>
                  </a:lnTo>
                  <a:cubicBezTo>
                    <a:pt x="390" y="145"/>
                    <a:pt x="297" y="71"/>
                    <a:pt x="2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4"/>
            <p:cNvSpPr/>
            <p:nvPr/>
          </p:nvSpPr>
          <p:spPr>
            <a:xfrm>
              <a:off x="2522636" y="2354894"/>
              <a:ext cx="66599" cy="28262"/>
            </a:xfrm>
            <a:custGeom>
              <a:avLst/>
              <a:gdLst/>
              <a:ahLst/>
              <a:cxnLst/>
              <a:rect l="l" t="t" r="r" b="b"/>
              <a:pathLst>
                <a:path w="2175" h="923" extrusionOk="0">
                  <a:moveTo>
                    <a:pt x="185" y="0"/>
                  </a:moveTo>
                  <a:lnTo>
                    <a:pt x="1" y="286"/>
                  </a:lnTo>
                  <a:cubicBezTo>
                    <a:pt x="649" y="703"/>
                    <a:pt x="1403" y="922"/>
                    <a:pt x="2175" y="922"/>
                  </a:cubicBezTo>
                  <a:lnTo>
                    <a:pt x="2175" y="584"/>
                  </a:lnTo>
                  <a:cubicBezTo>
                    <a:pt x="1466" y="584"/>
                    <a:pt x="778" y="381"/>
                    <a:pt x="18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4"/>
            <p:cNvSpPr/>
            <p:nvPr/>
          </p:nvSpPr>
          <p:spPr>
            <a:xfrm>
              <a:off x="2695298" y="2250758"/>
              <a:ext cx="14789" cy="10411"/>
            </a:xfrm>
            <a:custGeom>
              <a:avLst/>
              <a:gdLst/>
              <a:ahLst/>
              <a:cxnLst/>
              <a:rect l="l" t="t" r="r" b="b"/>
              <a:pathLst>
                <a:path w="483" h="340" extrusionOk="0">
                  <a:moveTo>
                    <a:pt x="0" y="0"/>
                  </a:moveTo>
                  <a:lnTo>
                    <a:pt x="0" y="339"/>
                  </a:lnTo>
                  <a:lnTo>
                    <a:pt x="482" y="339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4"/>
            <p:cNvSpPr/>
            <p:nvPr/>
          </p:nvSpPr>
          <p:spPr>
            <a:xfrm>
              <a:off x="2716976" y="2250758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0" y="33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4"/>
            <p:cNvSpPr/>
            <p:nvPr/>
          </p:nvSpPr>
          <p:spPr>
            <a:xfrm>
              <a:off x="2734307" y="2250758"/>
              <a:ext cx="10441" cy="10411"/>
            </a:xfrm>
            <a:custGeom>
              <a:avLst/>
              <a:gdLst/>
              <a:ahLst/>
              <a:cxnLst/>
              <a:rect l="l" t="t" r="r" b="b"/>
              <a:pathLst>
                <a:path w="341" h="340" extrusionOk="0">
                  <a:moveTo>
                    <a:pt x="0" y="0"/>
                  </a:moveTo>
                  <a:lnTo>
                    <a:pt x="0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" name="Google Shape;502;p44"/>
          <p:cNvGrpSpPr/>
          <p:nvPr/>
        </p:nvGrpSpPr>
        <p:grpSpPr>
          <a:xfrm>
            <a:off x="2862885" y="2366638"/>
            <a:ext cx="221505" cy="355065"/>
            <a:chOff x="1690560" y="2081923"/>
            <a:chExt cx="221505" cy="355065"/>
          </a:xfrm>
        </p:grpSpPr>
        <p:sp>
          <p:nvSpPr>
            <p:cNvPr id="503" name="Google Shape;503;p44"/>
            <p:cNvSpPr/>
            <p:nvPr/>
          </p:nvSpPr>
          <p:spPr>
            <a:xfrm>
              <a:off x="1811658" y="2105622"/>
              <a:ext cx="21556" cy="50554"/>
            </a:xfrm>
            <a:custGeom>
              <a:avLst/>
              <a:gdLst/>
              <a:ahLst/>
              <a:cxnLst/>
              <a:rect l="l" t="t" r="r" b="b"/>
              <a:pathLst>
                <a:path w="704" h="1651" extrusionOk="0">
                  <a:moveTo>
                    <a:pt x="167" y="0"/>
                  </a:moveTo>
                  <a:lnTo>
                    <a:pt x="1" y="296"/>
                  </a:lnTo>
                  <a:cubicBezTo>
                    <a:pt x="58" y="328"/>
                    <a:pt x="109" y="368"/>
                    <a:pt x="158" y="413"/>
                  </a:cubicBezTo>
                  <a:cubicBezTo>
                    <a:pt x="290" y="547"/>
                    <a:pt x="363" y="725"/>
                    <a:pt x="363" y="912"/>
                  </a:cubicBezTo>
                  <a:cubicBezTo>
                    <a:pt x="363" y="1100"/>
                    <a:pt x="290" y="1278"/>
                    <a:pt x="158" y="1410"/>
                  </a:cubicBezTo>
                  <a:lnTo>
                    <a:pt x="397" y="1651"/>
                  </a:lnTo>
                  <a:cubicBezTo>
                    <a:pt x="595" y="1453"/>
                    <a:pt x="704" y="1191"/>
                    <a:pt x="704" y="912"/>
                  </a:cubicBezTo>
                  <a:cubicBezTo>
                    <a:pt x="704" y="634"/>
                    <a:pt x="595" y="372"/>
                    <a:pt x="397" y="174"/>
                  </a:cubicBezTo>
                  <a:cubicBezTo>
                    <a:pt x="330" y="105"/>
                    <a:pt x="251" y="47"/>
                    <a:pt x="1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4"/>
            <p:cNvSpPr/>
            <p:nvPr/>
          </p:nvSpPr>
          <p:spPr>
            <a:xfrm>
              <a:off x="1778528" y="2103999"/>
              <a:ext cx="14300" cy="14238"/>
            </a:xfrm>
            <a:custGeom>
              <a:avLst/>
              <a:gdLst/>
              <a:ahLst/>
              <a:cxnLst/>
              <a:rect l="l" t="t" r="r" b="b"/>
              <a:pathLst>
                <a:path w="467" h="465" extrusionOk="0">
                  <a:moveTo>
                    <a:pt x="336" y="1"/>
                  </a:moveTo>
                  <a:cubicBezTo>
                    <a:pt x="211" y="53"/>
                    <a:pt x="99" y="129"/>
                    <a:pt x="1" y="225"/>
                  </a:cubicBezTo>
                  <a:lnTo>
                    <a:pt x="240" y="464"/>
                  </a:lnTo>
                  <a:cubicBezTo>
                    <a:pt x="305" y="399"/>
                    <a:pt x="381" y="349"/>
                    <a:pt x="466" y="312"/>
                  </a:cubicBezTo>
                  <a:lnTo>
                    <a:pt x="33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4"/>
            <p:cNvSpPr/>
            <p:nvPr/>
          </p:nvSpPr>
          <p:spPr>
            <a:xfrm>
              <a:off x="1796686" y="2101488"/>
              <a:ext cx="12401" cy="11084"/>
            </a:xfrm>
            <a:custGeom>
              <a:avLst/>
              <a:gdLst/>
              <a:ahLst/>
              <a:cxnLst/>
              <a:rect l="l" t="t" r="r" b="b"/>
              <a:pathLst>
                <a:path w="405" h="362" extrusionOk="0">
                  <a:moveTo>
                    <a:pt x="146" y="0"/>
                  </a:moveTo>
                  <a:cubicBezTo>
                    <a:pt x="97" y="0"/>
                    <a:pt x="49" y="4"/>
                    <a:pt x="0" y="10"/>
                  </a:cubicBezTo>
                  <a:lnTo>
                    <a:pt x="47" y="347"/>
                  </a:lnTo>
                  <a:cubicBezTo>
                    <a:pt x="82" y="342"/>
                    <a:pt x="116" y="340"/>
                    <a:pt x="151" y="340"/>
                  </a:cubicBezTo>
                  <a:cubicBezTo>
                    <a:pt x="208" y="340"/>
                    <a:pt x="265" y="347"/>
                    <a:pt x="321" y="362"/>
                  </a:cubicBezTo>
                  <a:lnTo>
                    <a:pt x="404" y="32"/>
                  </a:lnTo>
                  <a:cubicBezTo>
                    <a:pt x="319" y="11"/>
                    <a:pt x="233" y="0"/>
                    <a:pt x="1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4"/>
            <p:cNvSpPr/>
            <p:nvPr/>
          </p:nvSpPr>
          <p:spPr>
            <a:xfrm>
              <a:off x="1882389" y="2300453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4"/>
            <p:cNvSpPr/>
            <p:nvPr/>
          </p:nvSpPr>
          <p:spPr>
            <a:xfrm>
              <a:off x="1882389" y="2317783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4"/>
            <p:cNvSpPr/>
            <p:nvPr/>
          </p:nvSpPr>
          <p:spPr>
            <a:xfrm>
              <a:off x="1882389" y="2335144"/>
              <a:ext cx="10472" cy="35580"/>
            </a:xfrm>
            <a:custGeom>
              <a:avLst/>
              <a:gdLst/>
              <a:ahLst/>
              <a:cxnLst/>
              <a:rect l="l" t="t" r="r" b="b"/>
              <a:pathLst>
                <a:path w="342" h="1162" extrusionOk="0">
                  <a:moveTo>
                    <a:pt x="1" y="0"/>
                  </a:moveTo>
                  <a:lnTo>
                    <a:pt x="1" y="1162"/>
                  </a:lnTo>
                  <a:lnTo>
                    <a:pt x="341" y="1162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4"/>
            <p:cNvSpPr/>
            <p:nvPr/>
          </p:nvSpPr>
          <p:spPr>
            <a:xfrm>
              <a:off x="1690713" y="2081923"/>
              <a:ext cx="221352" cy="248420"/>
            </a:xfrm>
            <a:custGeom>
              <a:avLst/>
              <a:gdLst/>
              <a:ahLst/>
              <a:cxnLst/>
              <a:rect l="l" t="t" r="r" b="b"/>
              <a:pathLst>
                <a:path w="7229" h="8113" extrusionOk="0">
                  <a:moveTo>
                    <a:pt x="5444" y="3371"/>
                  </a:moveTo>
                  <a:lnTo>
                    <a:pt x="5670" y="3597"/>
                  </a:lnTo>
                  <a:lnTo>
                    <a:pt x="4775" y="3597"/>
                  </a:lnTo>
                  <a:lnTo>
                    <a:pt x="4775" y="4164"/>
                  </a:lnTo>
                  <a:lnTo>
                    <a:pt x="2441" y="4164"/>
                  </a:lnTo>
                  <a:lnTo>
                    <a:pt x="2441" y="3597"/>
                  </a:lnTo>
                  <a:lnTo>
                    <a:pt x="1546" y="3597"/>
                  </a:lnTo>
                  <a:lnTo>
                    <a:pt x="1773" y="3371"/>
                  </a:lnTo>
                  <a:close/>
                  <a:moveTo>
                    <a:pt x="2101" y="3938"/>
                  </a:moveTo>
                  <a:lnTo>
                    <a:pt x="2101" y="4594"/>
                  </a:lnTo>
                  <a:lnTo>
                    <a:pt x="1392" y="4594"/>
                  </a:lnTo>
                  <a:lnTo>
                    <a:pt x="1392" y="3938"/>
                  </a:lnTo>
                  <a:close/>
                  <a:moveTo>
                    <a:pt x="5824" y="3938"/>
                  </a:moveTo>
                  <a:lnTo>
                    <a:pt x="5824" y="4594"/>
                  </a:lnTo>
                  <a:lnTo>
                    <a:pt x="5116" y="4594"/>
                  </a:lnTo>
                  <a:lnTo>
                    <a:pt x="5116" y="3938"/>
                  </a:lnTo>
                  <a:close/>
                  <a:moveTo>
                    <a:pt x="3612" y="0"/>
                  </a:moveTo>
                  <a:cubicBezTo>
                    <a:pt x="2682" y="0"/>
                    <a:pt x="1927" y="758"/>
                    <a:pt x="1927" y="1686"/>
                  </a:cubicBezTo>
                  <a:lnTo>
                    <a:pt x="1927" y="1695"/>
                  </a:lnTo>
                  <a:lnTo>
                    <a:pt x="2265" y="1693"/>
                  </a:lnTo>
                  <a:lnTo>
                    <a:pt x="2265" y="1686"/>
                  </a:lnTo>
                  <a:cubicBezTo>
                    <a:pt x="2265" y="946"/>
                    <a:pt x="2869" y="341"/>
                    <a:pt x="3612" y="341"/>
                  </a:cubicBezTo>
                  <a:cubicBezTo>
                    <a:pt x="4351" y="341"/>
                    <a:pt x="4956" y="943"/>
                    <a:pt x="4956" y="1686"/>
                  </a:cubicBezTo>
                  <a:cubicBezTo>
                    <a:pt x="4956" y="2428"/>
                    <a:pt x="4355" y="3032"/>
                    <a:pt x="3612" y="3032"/>
                  </a:cubicBezTo>
                  <a:cubicBezTo>
                    <a:pt x="2981" y="3032"/>
                    <a:pt x="2443" y="2604"/>
                    <a:pt x="2302" y="1992"/>
                  </a:cubicBezTo>
                  <a:lnTo>
                    <a:pt x="1972" y="2070"/>
                  </a:lnTo>
                  <a:cubicBezTo>
                    <a:pt x="2055" y="2434"/>
                    <a:pt x="2264" y="2764"/>
                    <a:pt x="2557" y="2999"/>
                  </a:cubicBezTo>
                  <a:cubicBezTo>
                    <a:pt x="2572" y="3012"/>
                    <a:pt x="2584" y="3021"/>
                    <a:pt x="2599" y="3032"/>
                  </a:cubicBezTo>
                  <a:lnTo>
                    <a:pt x="1637" y="3032"/>
                  </a:lnTo>
                  <a:lnTo>
                    <a:pt x="1070" y="3597"/>
                  </a:lnTo>
                  <a:lnTo>
                    <a:pt x="1059" y="3597"/>
                  </a:lnTo>
                  <a:lnTo>
                    <a:pt x="1059" y="4164"/>
                  </a:lnTo>
                  <a:lnTo>
                    <a:pt x="0" y="4164"/>
                  </a:lnTo>
                  <a:lnTo>
                    <a:pt x="0" y="8113"/>
                  </a:lnTo>
                  <a:lnTo>
                    <a:pt x="341" y="8113"/>
                  </a:lnTo>
                  <a:lnTo>
                    <a:pt x="341" y="4503"/>
                  </a:lnTo>
                  <a:lnTo>
                    <a:pt x="1059" y="4503"/>
                  </a:lnTo>
                  <a:lnTo>
                    <a:pt x="1059" y="4934"/>
                  </a:lnTo>
                  <a:lnTo>
                    <a:pt x="2447" y="4934"/>
                  </a:lnTo>
                  <a:lnTo>
                    <a:pt x="2447" y="4503"/>
                  </a:lnTo>
                  <a:lnTo>
                    <a:pt x="4782" y="4503"/>
                  </a:lnTo>
                  <a:lnTo>
                    <a:pt x="4782" y="4934"/>
                  </a:lnTo>
                  <a:lnTo>
                    <a:pt x="6170" y="4934"/>
                  </a:lnTo>
                  <a:lnTo>
                    <a:pt x="6170" y="4503"/>
                  </a:lnTo>
                  <a:lnTo>
                    <a:pt x="6888" y="4503"/>
                  </a:lnTo>
                  <a:lnTo>
                    <a:pt x="6888" y="6656"/>
                  </a:lnTo>
                  <a:lnTo>
                    <a:pt x="7228" y="6656"/>
                  </a:lnTo>
                  <a:lnTo>
                    <a:pt x="7228" y="4164"/>
                  </a:lnTo>
                  <a:lnTo>
                    <a:pt x="6163" y="4164"/>
                  </a:lnTo>
                  <a:lnTo>
                    <a:pt x="6163" y="3597"/>
                  </a:lnTo>
                  <a:lnTo>
                    <a:pt x="6152" y="3597"/>
                  </a:lnTo>
                  <a:lnTo>
                    <a:pt x="5587" y="3032"/>
                  </a:lnTo>
                  <a:lnTo>
                    <a:pt x="4623" y="3032"/>
                  </a:lnTo>
                  <a:cubicBezTo>
                    <a:pt x="5030" y="2724"/>
                    <a:pt x="5297" y="2235"/>
                    <a:pt x="5297" y="1686"/>
                  </a:cubicBezTo>
                  <a:cubicBezTo>
                    <a:pt x="5297" y="758"/>
                    <a:pt x="4539" y="0"/>
                    <a:pt x="36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4"/>
            <p:cNvSpPr/>
            <p:nvPr/>
          </p:nvSpPr>
          <p:spPr>
            <a:xfrm>
              <a:off x="1690560" y="2296074"/>
              <a:ext cx="221229" cy="140913"/>
            </a:xfrm>
            <a:custGeom>
              <a:avLst/>
              <a:gdLst/>
              <a:ahLst/>
              <a:cxnLst/>
              <a:rect l="l" t="t" r="r" b="b"/>
              <a:pathLst>
                <a:path w="7225" h="4602" extrusionOk="0">
                  <a:moveTo>
                    <a:pt x="3153" y="3117"/>
                  </a:moveTo>
                  <a:lnTo>
                    <a:pt x="3153" y="4260"/>
                  </a:lnTo>
                  <a:lnTo>
                    <a:pt x="2443" y="4260"/>
                  </a:lnTo>
                  <a:lnTo>
                    <a:pt x="2443" y="3117"/>
                  </a:lnTo>
                  <a:close/>
                  <a:moveTo>
                    <a:pt x="4780" y="3117"/>
                  </a:moveTo>
                  <a:lnTo>
                    <a:pt x="4780" y="4260"/>
                  </a:lnTo>
                  <a:lnTo>
                    <a:pt x="4071" y="4260"/>
                  </a:lnTo>
                  <a:lnTo>
                    <a:pt x="4071" y="3117"/>
                  </a:lnTo>
                  <a:close/>
                  <a:moveTo>
                    <a:pt x="6885" y="1"/>
                  </a:moveTo>
                  <a:lnTo>
                    <a:pt x="6885" y="2778"/>
                  </a:lnTo>
                  <a:lnTo>
                    <a:pt x="339" y="2778"/>
                  </a:lnTo>
                  <a:lnTo>
                    <a:pt x="339" y="1456"/>
                  </a:lnTo>
                  <a:lnTo>
                    <a:pt x="0" y="1456"/>
                  </a:lnTo>
                  <a:lnTo>
                    <a:pt x="0" y="3117"/>
                  </a:lnTo>
                  <a:lnTo>
                    <a:pt x="2104" y="3117"/>
                  </a:lnTo>
                  <a:lnTo>
                    <a:pt x="2104" y="4601"/>
                  </a:lnTo>
                  <a:lnTo>
                    <a:pt x="3492" y="4601"/>
                  </a:lnTo>
                  <a:lnTo>
                    <a:pt x="3492" y="3117"/>
                  </a:lnTo>
                  <a:lnTo>
                    <a:pt x="3733" y="3117"/>
                  </a:lnTo>
                  <a:lnTo>
                    <a:pt x="3733" y="4601"/>
                  </a:lnTo>
                  <a:lnTo>
                    <a:pt x="5121" y="4601"/>
                  </a:lnTo>
                  <a:lnTo>
                    <a:pt x="5121" y="3117"/>
                  </a:lnTo>
                  <a:lnTo>
                    <a:pt x="7224" y="3117"/>
                  </a:lnTo>
                  <a:lnTo>
                    <a:pt x="722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4"/>
            <p:cNvSpPr/>
            <p:nvPr/>
          </p:nvSpPr>
          <p:spPr>
            <a:xfrm>
              <a:off x="1712177" y="2362028"/>
              <a:ext cx="27374" cy="10411"/>
            </a:xfrm>
            <a:custGeom>
              <a:avLst/>
              <a:gdLst/>
              <a:ahLst/>
              <a:cxnLst/>
              <a:rect l="l" t="t" r="r" b="b"/>
              <a:pathLst>
                <a:path w="894" h="340" extrusionOk="0">
                  <a:moveTo>
                    <a:pt x="1" y="1"/>
                  </a:moveTo>
                  <a:lnTo>
                    <a:pt x="1" y="340"/>
                  </a:lnTo>
                  <a:lnTo>
                    <a:pt x="894" y="340"/>
                  </a:lnTo>
                  <a:lnTo>
                    <a:pt x="8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4"/>
            <p:cNvSpPr/>
            <p:nvPr/>
          </p:nvSpPr>
          <p:spPr>
            <a:xfrm>
              <a:off x="1807892" y="2192060"/>
              <a:ext cx="19229" cy="10441"/>
            </a:xfrm>
            <a:custGeom>
              <a:avLst/>
              <a:gdLst/>
              <a:ahLst/>
              <a:cxnLst/>
              <a:rect l="l" t="t" r="r" b="b"/>
              <a:pathLst>
                <a:path w="628" h="341" extrusionOk="0">
                  <a:moveTo>
                    <a:pt x="0" y="0"/>
                  </a:moveTo>
                  <a:lnTo>
                    <a:pt x="0" y="341"/>
                  </a:lnTo>
                  <a:lnTo>
                    <a:pt x="627" y="341"/>
                  </a:lnTo>
                  <a:lnTo>
                    <a:pt x="6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4"/>
            <p:cNvSpPr/>
            <p:nvPr/>
          </p:nvSpPr>
          <p:spPr>
            <a:xfrm>
              <a:off x="1773201" y="2192060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0" y="341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4"/>
            <p:cNvSpPr/>
            <p:nvPr/>
          </p:nvSpPr>
          <p:spPr>
            <a:xfrm>
              <a:off x="1790531" y="2192060"/>
              <a:ext cx="10441" cy="10441"/>
            </a:xfrm>
            <a:custGeom>
              <a:avLst/>
              <a:gdLst/>
              <a:ahLst/>
              <a:cxnLst/>
              <a:rect l="l" t="t" r="r" b="b"/>
              <a:pathLst>
                <a:path w="341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4"/>
            <p:cNvSpPr/>
            <p:nvPr/>
          </p:nvSpPr>
          <p:spPr>
            <a:xfrm>
              <a:off x="1733028" y="2247757"/>
              <a:ext cx="136259" cy="101903"/>
            </a:xfrm>
            <a:custGeom>
              <a:avLst/>
              <a:gdLst/>
              <a:ahLst/>
              <a:cxnLst/>
              <a:rect l="l" t="t" r="r" b="b"/>
              <a:pathLst>
                <a:path w="4450" h="3328" extrusionOk="0">
                  <a:moveTo>
                    <a:pt x="2224" y="805"/>
                  </a:moveTo>
                  <a:cubicBezTo>
                    <a:pt x="2413" y="805"/>
                    <a:pt x="2588" y="861"/>
                    <a:pt x="2741" y="962"/>
                  </a:cubicBezTo>
                  <a:lnTo>
                    <a:pt x="1465" y="2238"/>
                  </a:lnTo>
                  <a:cubicBezTo>
                    <a:pt x="1362" y="2086"/>
                    <a:pt x="1307" y="1910"/>
                    <a:pt x="1307" y="1722"/>
                  </a:cubicBezTo>
                  <a:cubicBezTo>
                    <a:pt x="1307" y="1477"/>
                    <a:pt x="1403" y="1247"/>
                    <a:pt x="1577" y="1075"/>
                  </a:cubicBezTo>
                  <a:cubicBezTo>
                    <a:pt x="1751" y="899"/>
                    <a:pt x="1980" y="805"/>
                    <a:pt x="2224" y="805"/>
                  </a:cubicBezTo>
                  <a:close/>
                  <a:moveTo>
                    <a:pt x="3364" y="1193"/>
                  </a:moveTo>
                  <a:cubicBezTo>
                    <a:pt x="3654" y="1383"/>
                    <a:pt x="3880" y="1597"/>
                    <a:pt x="4000" y="1723"/>
                  </a:cubicBezTo>
                  <a:cubicBezTo>
                    <a:pt x="3880" y="1850"/>
                    <a:pt x="3654" y="2066"/>
                    <a:pt x="3364" y="2256"/>
                  </a:cubicBezTo>
                  <a:cubicBezTo>
                    <a:pt x="3400" y="2182"/>
                    <a:pt x="3427" y="2102"/>
                    <a:pt x="3447" y="2021"/>
                  </a:cubicBezTo>
                  <a:lnTo>
                    <a:pt x="3118" y="1941"/>
                  </a:lnTo>
                  <a:cubicBezTo>
                    <a:pt x="3079" y="2104"/>
                    <a:pt x="2992" y="2254"/>
                    <a:pt x="2875" y="2374"/>
                  </a:cubicBezTo>
                  <a:cubicBezTo>
                    <a:pt x="2701" y="2548"/>
                    <a:pt x="2471" y="2644"/>
                    <a:pt x="2228" y="2644"/>
                  </a:cubicBezTo>
                  <a:cubicBezTo>
                    <a:pt x="2039" y="2644"/>
                    <a:pt x="1860" y="2588"/>
                    <a:pt x="1708" y="2483"/>
                  </a:cubicBezTo>
                  <a:lnTo>
                    <a:pt x="2983" y="1207"/>
                  </a:lnTo>
                  <a:cubicBezTo>
                    <a:pt x="3074" y="1338"/>
                    <a:pt x="3128" y="1490"/>
                    <a:pt x="3139" y="1655"/>
                  </a:cubicBezTo>
                  <a:lnTo>
                    <a:pt x="3480" y="1629"/>
                  </a:lnTo>
                  <a:cubicBezTo>
                    <a:pt x="3467" y="1477"/>
                    <a:pt x="3429" y="1328"/>
                    <a:pt x="3364" y="1193"/>
                  </a:cubicBezTo>
                  <a:close/>
                  <a:moveTo>
                    <a:pt x="3706" y="0"/>
                  </a:moveTo>
                  <a:lnTo>
                    <a:pt x="3063" y="644"/>
                  </a:lnTo>
                  <a:cubicBezTo>
                    <a:pt x="2808" y="537"/>
                    <a:pt x="2523" y="464"/>
                    <a:pt x="2224" y="464"/>
                  </a:cubicBezTo>
                  <a:cubicBezTo>
                    <a:pt x="1731" y="464"/>
                    <a:pt x="1204" y="667"/>
                    <a:pt x="697" y="1049"/>
                  </a:cubicBezTo>
                  <a:lnTo>
                    <a:pt x="900" y="1321"/>
                  </a:lnTo>
                  <a:cubicBezTo>
                    <a:pt x="956" y="1278"/>
                    <a:pt x="1017" y="1234"/>
                    <a:pt x="1083" y="1193"/>
                  </a:cubicBezTo>
                  <a:lnTo>
                    <a:pt x="1083" y="1193"/>
                  </a:lnTo>
                  <a:cubicBezTo>
                    <a:pt x="1007" y="1357"/>
                    <a:pt x="965" y="1535"/>
                    <a:pt x="965" y="1723"/>
                  </a:cubicBezTo>
                  <a:cubicBezTo>
                    <a:pt x="965" y="1910"/>
                    <a:pt x="1007" y="2091"/>
                    <a:pt x="1083" y="2254"/>
                  </a:cubicBezTo>
                  <a:cubicBezTo>
                    <a:pt x="793" y="2064"/>
                    <a:pt x="570" y="1849"/>
                    <a:pt x="447" y="1723"/>
                  </a:cubicBezTo>
                  <a:cubicBezTo>
                    <a:pt x="499" y="1669"/>
                    <a:pt x="566" y="1602"/>
                    <a:pt x="651" y="1528"/>
                  </a:cubicBezTo>
                  <a:lnTo>
                    <a:pt x="425" y="1276"/>
                  </a:lnTo>
                  <a:cubicBezTo>
                    <a:pt x="217" y="1464"/>
                    <a:pt x="95" y="1609"/>
                    <a:pt x="90" y="1615"/>
                  </a:cubicBezTo>
                  <a:lnTo>
                    <a:pt x="1" y="1723"/>
                  </a:lnTo>
                  <a:lnTo>
                    <a:pt x="90" y="1832"/>
                  </a:lnTo>
                  <a:cubicBezTo>
                    <a:pt x="113" y="1863"/>
                    <a:pt x="492" y="2316"/>
                    <a:pt x="1065" y="2644"/>
                  </a:cubicBezTo>
                  <a:lnTo>
                    <a:pt x="621" y="3088"/>
                  </a:lnTo>
                  <a:lnTo>
                    <a:pt x="862" y="3327"/>
                  </a:lnTo>
                  <a:lnTo>
                    <a:pt x="1383" y="2805"/>
                  </a:lnTo>
                  <a:cubicBezTo>
                    <a:pt x="1641" y="2914"/>
                    <a:pt x="1925" y="2986"/>
                    <a:pt x="2224" y="2986"/>
                  </a:cubicBezTo>
                  <a:cubicBezTo>
                    <a:pt x="3398" y="2986"/>
                    <a:pt x="4322" y="1883"/>
                    <a:pt x="4361" y="1836"/>
                  </a:cubicBezTo>
                  <a:lnTo>
                    <a:pt x="4449" y="1727"/>
                  </a:lnTo>
                  <a:lnTo>
                    <a:pt x="4361" y="1618"/>
                  </a:lnTo>
                  <a:cubicBezTo>
                    <a:pt x="4335" y="1588"/>
                    <a:pt x="3955" y="1133"/>
                    <a:pt x="3382" y="805"/>
                  </a:cubicBezTo>
                  <a:lnTo>
                    <a:pt x="3946" y="241"/>
                  </a:lnTo>
                  <a:lnTo>
                    <a:pt x="370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4"/>
            <p:cNvSpPr/>
            <p:nvPr/>
          </p:nvSpPr>
          <p:spPr>
            <a:xfrm>
              <a:off x="1777212" y="2276539"/>
              <a:ext cx="23945" cy="23945"/>
            </a:xfrm>
            <a:custGeom>
              <a:avLst/>
              <a:gdLst/>
              <a:ahLst/>
              <a:cxnLst/>
              <a:rect l="l" t="t" r="r" b="b"/>
              <a:pathLst>
                <a:path w="782" h="782" extrusionOk="0">
                  <a:moveTo>
                    <a:pt x="781" y="1"/>
                  </a:moveTo>
                  <a:cubicBezTo>
                    <a:pt x="352" y="1"/>
                    <a:pt x="0" y="352"/>
                    <a:pt x="0" y="782"/>
                  </a:cubicBezTo>
                  <a:lnTo>
                    <a:pt x="341" y="782"/>
                  </a:lnTo>
                  <a:cubicBezTo>
                    <a:pt x="343" y="539"/>
                    <a:pt x="540" y="340"/>
                    <a:pt x="781" y="340"/>
                  </a:cubicBezTo>
                  <a:lnTo>
                    <a:pt x="7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4"/>
            <p:cNvSpPr/>
            <p:nvPr/>
          </p:nvSpPr>
          <p:spPr>
            <a:xfrm>
              <a:off x="1778528" y="2226109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40" y="340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4"/>
            <p:cNvSpPr/>
            <p:nvPr/>
          </p:nvSpPr>
          <p:spPr>
            <a:xfrm>
              <a:off x="1813220" y="2226109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39" y="340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4"/>
            <p:cNvSpPr/>
            <p:nvPr/>
          </p:nvSpPr>
          <p:spPr>
            <a:xfrm>
              <a:off x="1795859" y="2226109"/>
              <a:ext cx="10441" cy="10411"/>
            </a:xfrm>
            <a:custGeom>
              <a:avLst/>
              <a:gdLst/>
              <a:ahLst/>
              <a:cxnLst/>
              <a:rect l="l" t="t" r="r" b="b"/>
              <a:pathLst>
                <a:path w="341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Google Shape;484;p44">
            <a:extLst>
              <a:ext uri="{FF2B5EF4-FFF2-40B4-BE49-F238E27FC236}">
                <a16:creationId xmlns:a16="http://schemas.microsoft.com/office/drawing/2014/main" id="{6253D199-1830-D1DC-0673-8AF70FEAD56D}"/>
              </a:ext>
            </a:extLst>
          </p:cNvPr>
          <p:cNvSpPr txBox="1">
            <a:spLocks/>
          </p:cNvSpPr>
          <p:nvPr/>
        </p:nvSpPr>
        <p:spPr>
          <a:xfrm>
            <a:off x="4646323" y="3065372"/>
            <a:ext cx="2907600" cy="10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Inter"/>
              <a:buNone/>
              <a:defRPr sz="1400" b="0" i="0" u="none" strike="noStrike" cap="none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/>
            <a:r>
              <a:rPr lang="en-US" dirty="0"/>
              <a:t>MVC (Model – View – Controller)</a:t>
            </a:r>
          </a:p>
          <a:p>
            <a:pPr marL="0" indent="0"/>
            <a:r>
              <a:rPr lang="en-US" dirty="0"/>
              <a:t>Code-First с </a:t>
            </a:r>
            <a:r>
              <a:rPr lang="en-US" dirty="0" err="1"/>
              <a:t>миграции</a:t>
            </a:r>
            <a:endParaRPr lang="en-US" dirty="0"/>
          </a:p>
          <a:p>
            <a:pPr marL="0" indent="0"/>
            <a:r>
              <a:rPr lang="en-US" dirty="0"/>
              <a:t>Dependency Injection</a:t>
            </a:r>
            <a:endParaRPr lang="bg-BG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153C8767-D88A-70F2-C5CC-383E7F11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>
            <a:extLst>
              <a:ext uri="{FF2B5EF4-FFF2-40B4-BE49-F238E27FC236}">
                <a16:creationId xmlns:a16="http://schemas.microsoft.com/office/drawing/2014/main" id="{664A9BDF-2948-B396-A8A4-3D81C14DD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Дизайн на базата данни</a:t>
            </a:r>
            <a:endParaRPr dirty="0"/>
          </a:p>
        </p:txBody>
      </p:sp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7D438641-D6DE-14CE-8FED-9DCB70FFC19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9600" y="579863"/>
            <a:ext cx="1974000" cy="1806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0</a:t>
            </a:r>
            <a:r>
              <a:rPr lang="en-US" dirty="0"/>
              <a:t>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329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4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Дизайн на базата данни</a:t>
            </a:r>
            <a:endParaRPr dirty="0"/>
          </a:p>
        </p:txBody>
      </p:sp>
      <p:sp>
        <p:nvSpPr>
          <p:cNvPr id="730" name="Google Shape;730;p46"/>
          <p:cNvSpPr txBox="1">
            <a:spLocks noGrp="1"/>
          </p:cNvSpPr>
          <p:nvPr>
            <p:ph type="title" idx="2"/>
          </p:nvPr>
        </p:nvSpPr>
        <p:spPr>
          <a:xfrm>
            <a:off x="910501" y="1842913"/>
            <a:ext cx="2468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SpaceObject</a:t>
            </a:r>
            <a:endParaRPr dirty="0"/>
          </a:p>
        </p:txBody>
      </p:sp>
      <p:sp>
        <p:nvSpPr>
          <p:cNvPr id="732" name="Google Shape;732;p46"/>
          <p:cNvSpPr txBox="1">
            <a:spLocks noGrp="1"/>
          </p:cNvSpPr>
          <p:nvPr>
            <p:ph type="title" idx="3"/>
          </p:nvPr>
        </p:nvSpPr>
        <p:spPr>
          <a:xfrm>
            <a:off x="5765401" y="1842913"/>
            <a:ext cx="2468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Category</a:t>
            </a:r>
            <a:endParaRPr dirty="0"/>
          </a:p>
        </p:txBody>
      </p:sp>
      <p:sp>
        <p:nvSpPr>
          <p:cNvPr id="734" name="Google Shape;734;p46"/>
          <p:cNvSpPr txBox="1">
            <a:spLocks noGrp="1"/>
          </p:cNvSpPr>
          <p:nvPr>
            <p:ph type="title" idx="5"/>
          </p:nvPr>
        </p:nvSpPr>
        <p:spPr>
          <a:xfrm>
            <a:off x="910490" y="3121088"/>
            <a:ext cx="2468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Founder</a:t>
            </a:r>
            <a:endParaRPr dirty="0"/>
          </a:p>
        </p:txBody>
      </p:sp>
      <p:sp>
        <p:nvSpPr>
          <p:cNvPr id="736" name="Google Shape;736;p46"/>
          <p:cNvSpPr txBox="1">
            <a:spLocks noGrp="1"/>
          </p:cNvSpPr>
          <p:nvPr>
            <p:ph type="title" idx="7"/>
          </p:nvPr>
        </p:nvSpPr>
        <p:spPr>
          <a:xfrm>
            <a:off x="5765391" y="3121088"/>
            <a:ext cx="2468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SpaceObjectFounder</a:t>
            </a:r>
            <a:r>
              <a:rPr lang="en-US" dirty="0"/>
              <a:t> (Many-to-Many </a:t>
            </a:r>
            <a:r>
              <a:rPr lang="bg-BG" dirty="0"/>
              <a:t>връзка)</a:t>
            </a:r>
            <a:endParaRPr dirty="0"/>
          </a:p>
        </p:txBody>
      </p:sp>
      <p:sp>
        <p:nvSpPr>
          <p:cNvPr id="738" name="Google Shape;738;p46"/>
          <p:cNvSpPr/>
          <p:nvPr/>
        </p:nvSpPr>
        <p:spPr>
          <a:xfrm>
            <a:off x="3559953" y="1926786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S</a:t>
            </a:r>
            <a:endParaRPr sz="4000" b="1">
              <a:solidFill>
                <a:schemeClr val="lt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739" name="Google Shape;739;p46"/>
          <p:cNvSpPr/>
          <p:nvPr/>
        </p:nvSpPr>
        <p:spPr>
          <a:xfrm>
            <a:off x="4829553" y="1926786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c</a:t>
            </a:r>
            <a:endParaRPr sz="4000" b="1" dirty="0">
              <a:solidFill>
                <a:schemeClr val="lt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740" name="Google Shape;740;p46"/>
          <p:cNvSpPr/>
          <p:nvPr/>
        </p:nvSpPr>
        <p:spPr>
          <a:xfrm>
            <a:off x="3559953" y="3204961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f</a:t>
            </a:r>
            <a:endParaRPr sz="4000" b="1" dirty="0">
              <a:solidFill>
                <a:schemeClr val="lt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  <p:sp>
        <p:nvSpPr>
          <p:cNvPr id="741" name="Google Shape;741;p46"/>
          <p:cNvSpPr/>
          <p:nvPr/>
        </p:nvSpPr>
        <p:spPr>
          <a:xfrm>
            <a:off x="4829553" y="3204961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>
                <a:solidFill>
                  <a:schemeClr val="lt2"/>
                </a:solidFill>
                <a:latin typeface="Cinzel"/>
                <a:ea typeface="Cinzel"/>
                <a:cs typeface="Cinzel"/>
                <a:sym typeface="Cinzel"/>
              </a:rPr>
              <a:t>s</a:t>
            </a:r>
            <a:endParaRPr sz="4000" b="1" dirty="0">
              <a:solidFill>
                <a:schemeClr val="lt2"/>
              </a:solidFill>
              <a:latin typeface="Cinzel"/>
              <a:ea typeface="Cinzel"/>
              <a:cs typeface="Cinzel"/>
              <a:sym typeface="Cinz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7F91611C-8261-4577-F5DF-875AA0C3E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>
            <a:extLst>
              <a:ext uri="{FF2B5EF4-FFF2-40B4-BE49-F238E27FC236}">
                <a16:creationId xmlns:a16="http://schemas.microsoft.com/office/drawing/2014/main" id="{A7CD359D-AC34-834F-7E77-E2AE0EAE3B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Контролери</a:t>
            </a:r>
            <a:endParaRPr dirty="0"/>
          </a:p>
        </p:txBody>
      </p:sp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26D07EF9-EE8A-2CA1-39E4-E10536E061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9600" y="579863"/>
            <a:ext cx="1974000" cy="1806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0</a:t>
            </a:r>
            <a:r>
              <a:rPr lang="en-US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9117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59"/>
          <p:cNvSpPr txBox="1">
            <a:spLocks noGrp="1"/>
          </p:cNvSpPr>
          <p:nvPr>
            <p:ph type="title"/>
          </p:nvPr>
        </p:nvSpPr>
        <p:spPr>
          <a:xfrm>
            <a:off x="3041538" y="1798088"/>
            <a:ext cx="4090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Основни контролери</a:t>
            </a:r>
            <a:endParaRPr dirty="0"/>
          </a:p>
        </p:txBody>
      </p:sp>
      <p:sp>
        <p:nvSpPr>
          <p:cNvPr id="1539" name="Google Shape;1539;p59"/>
          <p:cNvSpPr txBox="1">
            <a:spLocks noGrp="1"/>
          </p:cNvSpPr>
          <p:nvPr>
            <p:ph type="subTitle" idx="1"/>
          </p:nvPr>
        </p:nvSpPr>
        <p:spPr>
          <a:xfrm>
            <a:off x="3041538" y="2185662"/>
            <a:ext cx="4090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HomeController</a:t>
            </a: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/>
              <a:t>SpaceObjectController</a:t>
            </a:r>
            <a:endParaRPr dirty="0"/>
          </a:p>
        </p:txBody>
      </p:sp>
      <p:sp>
        <p:nvSpPr>
          <p:cNvPr id="1540" name="Google Shape;1540;p59"/>
          <p:cNvSpPr txBox="1">
            <a:spLocks noGrp="1"/>
          </p:cNvSpPr>
          <p:nvPr>
            <p:ph type="title" idx="2"/>
          </p:nvPr>
        </p:nvSpPr>
        <p:spPr>
          <a:xfrm>
            <a:off x="3041538" y="3254275"/>
            <a:ext cx="4090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Отговорности</a:t>
            </a:r>
            <a:endParaRPr dirty="0"/>
          </a:p>
        </p:txBody>
      </p:sp>
      <p:sp>
        <p:nvSpPr>
          <p:cNvPr id="1541" name="Google Shape;1541;p59"/>
          <p:cNvSpPr txBox="1">
            <a:spLocks noGrp="1"/>
          </p:cNvSpPr>
          <p:nvPr>
            <p:ph type="subTitle" idx="3"/>
          </p:nvPr>
        </p:nvSpPr>
        <p:spPr>
          <a:xfrm>
            <a:off x="3041538" y="3641827"/>
            <a:ext cx="40905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/>
              <a:t>Обработват</a:t>
            </a:r>
            <a:r>
              <a:rPr lang="ru-RU" b="1" dirty="0"/>
              <a:t> HTTP заявки</a:t>
            </a: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/>
              <a:t>Изпълняват</a:t>
            </a:r>
            <a:r>
              <a:rPr lang="ru-RU" b="1" dirty="0"/>
              <a:t> бизнес логика</a:t>
            </a:r>
            <a:endParaRPr lang="en-US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/>
              <a:t>Връщат</a:t>
            </a:r>
            <a:r>
              <a:rPr lang="ru-RU" b="1" dirty="0"/>
              <a:t> </a:t>
            </a:r>
            <a:r>
              <a:rPr lang="ru-RU" b="1" dirty="0" err="1"/>
              <a:t>изгледи</a:t>
            </a:r>
            <a:r>
              <a:rPr lang="ru-RU" b="1" dirty="0"/>
              <a:t> </a:t>
            </a:r>
            <a:r>
              <a:rPr lang="ru-RU" b="1" dirty="0" err="1"/>
              <a:t>към</a:t>
            </a:r>
            <a:r>
              <a:rPr lang="ru-RU" b="1" dirty="0"/>
              <a:t> потребителя</a:t>
            </a:r>
            <a:endParaRPr dirty="0"/>
          </a:p>
        </p:txBody>
      </p:sp>
      <p:sp>
        <p:nvSpPr>
          <p:cNvPr id="1542" name="Google Shape;1542;p59"/>
          <p:cNvSpPr txBox="1">
            <a:spLocks noGrp="1"/>
          </p:cNvSpPr>
          <p:nvPr>
            <p:ph type="title" idx="4"/>
          </p:nvPr>
        </p:nvSpPr>
        <p:spPr>
          <a:xfrm>
            <a:off x="720000" y="540000"/>
            <a:ext cx="7704000" cy="6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Контролери</a:t>
            </a:r>
            <a:endParaRPr dirty="0"/>
          </a:p>
        </p:txBody>
      </p:sp>
      <p:sp>
        <p:nvSpPr>
          <p:cNvPr id="1543" name="Google Shape;1543;p59"/>
          <p:cNvSpPr/>
          <p:nvPr/>
        </p:nvSpPr>
        <p:spPr>
          <a:xfrm>
            <a:off x="2011963" y="1931886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59"/>
          <p:cNvSpPr/>
          <p:nvPr/>
        </p:nvSpPr>
        <p:spPr>
          <a:xfrm>
            <a:off x="2011963" y="3388061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45" name="Google Shape;1545;p59"/>
          <p:cNvGrpSpPr/>
          <p:nvPr/>
        </p:nvGrpSpPr>
        <p:grpSpPr>
          <a:xfrm>
            <a:off x="2211600" y="3587584"/>
            <a:ext cx="355223" cy="355437"/>
            <a:chOff x="2415163" y="4051296"/>
            <a:chExt cx="355223" cy="355437"/>
          </a:xfrm>
        </p:grpSpPr>
        <p:sp>
          <p:nvSpPr>
            <p:cNvPr id="1546" name="Google Shape;1546;p59"/>
            <p:cNvSpPr/>
            <p:nvPr/>
          </p:nvSpPr>
          <p:spPr>
            <a:xfrm>
              <a:off x="2649124" y="4283421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1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59"/>
            <p:cNvSpPr/>
            <p:nvPr/>
          </p:nvSpPr>
          <p:spPr>
            <a:xfrm>
              <a:off x="2649124" y="4300782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59"/>
            <p:cNvSpPr/>
            <p:nvPr/>
          </p:nvSpPr>
          <p:spPr>
            <a:xfrm>
              <a:off x="2464827" y="4289208"/>
              <a:ext cx="70273" cy="68987"/>
            </a:xfrm>
            <a:custGeom>
              <a:avLst/>
              <a:gdLst/>
              <a:ahLst/>
              <a:cxnLst/>
              <a:rect l="l" t="t" r="r" b="b"/>
              <a:pathLst>
                <a:path w="2295" h="2253" extrusionOk="0">
                  <a:moveTo>
                    <a:pt x="303" y="0"/>
                  </a:moveTo>
                  <a:lnTo>
                    <a:pt x="0" y="154"/>
                  </a:lnTo>
                  <a:cubicBezTo>
                    <a:pt x="464" y="1066"/>
                    <a:pt x="1227" y="1809"/>
                    <a:pt x="2148" y="2253"/>
                  </a:cubicBezTo>
                  <a:lnTo>
                    <a:pt x="2294" y="1946"/>
                  </a:lnTo>
                  <a:cubicBezTo>
                    <a:pt x="1443" y="1537"/>
                    <a:pt x="734" y="845"/>
                    <a:pt x="3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59"/>
            <p:cNvSpPr/>
            <p:nvPr/>
          </p:nvSpPr>
          <p:spPr>
            <a:xfrm>
              <a:off x="2638315" y="4093581"/>
              <a:ext cx="13626" cy="13565"/>
            </a:xfrm>
            <a:custGeom>
              <a:avLst/>
              <a:gdLst/>
              <a:ahLst/>
              <a:cxnLst/>
              <a:rect l="l" t="t" r="r" b="b"/>
              <a:pathLst>
                <a:path w="445" h="443" extrusionOk="0">
                  <a:moveTo>
                    <a:pt x="116" y="0"/>
                  </a:moveTo>
                  <a:lnTo>
                    <a:pt x="0" y="319"/>
                  </a:lnTo>
                  <a:cubicBezTo>
                    <a:pt x="104" y="356"/>
                    <a:pt x="205" y="399"/>
                    <a:pt x="305" y="443"/>
                  </a:cubicBezTo>
                  <a:lnTo>
                    <a:pt x="444" y="133"/>
                  </a:lnTo>
                  <a:cubicBezTo>
                    <a:pt x="336" y="84"/>
                    <a:pt x="227" y="38"/>
                    <a:pt x="11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59"/>
            <p:cNvSpPr/>
            <p:nvPr/>
          </p:nvSpPr>
          <p:spPr>
            <a:xfrm>
              <a:off x="2653564" y="4100746"/>
              <a:ext cx="14177" cy="14177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158" y="0"/>
                  </a:moveTo>
                  <a:lnTo>
                    <a:pt x="1" y="301"/>
                  </a:lnTo>
                  <a:cubicBezTo>
                    <a:pt x="99" y="352"/>
                    <a:pt x="195" y="406"/>
                    <a:pt x="287" y="462"/>
                  </a:cubicBezTo>
                  <a:lnTo>
                    <a:pt x="463" y="172"/>
                  </a:lnTo>
                  <a:cubicBezTo>
                    <a:pt x="363" y="112"/>
                    <a:pt x="262" y="55"/>
                    <a:pt x="1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59"/>
            <p:cNvSpPr/>
            <p:nvPr/>
          </p:nvSpPr>
          <p:spPr>
            <a:xfrm>
              <a:off x="2667924" y="4109932"/>
              <a:ext cx="68619" cy="118775"/>
            </a:xfrm>
            <a:custGeom>
              <a:avLst/>
              <a:gdLst/>
              <a:ahLst/>
              <a:cxnLst/>
              <a:rect l="l" t="t" r="r" b="b"/>
              <a:pathLst>
                <a:path w="2241" h="3879" extrusionOk="0">
                  <a:moveTo>
                    <a:pt x="193" y="1"/>
                  </a:moveTo>
                  <a:lnTo>
                    <a:pt x="1" y="282"/>
                  </a:lnTo>
                  <a:cubicBezTo>
                    <a:pt x="1190" y="1095"/>
                    <a:pt x="1902" y="2438"/>
                    <a:pt x="1902" y="3878"/>
                  </a:cubicBezTo>
                  <a:lnTo>
                    <a:pt x="2241" y="3878"/>
                  </a:lnTo>
                  <a:cubicBezTo>
                    <a:pt x="2241" y="2327"/>
                    <a:pt x="1476" y="878"/>
                    <a:pt x="1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59"/>
            <p:cNvSpPr/>
            <p:nvPr/>
          </p:nvSpPr>
          <p:spPr>
            <a:xfrm>
              <a:off x="2669761" y="4365756"/>
              <a:ext cx="14177" cy="14177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285" y="1"/>
                  </a:moveTo>
                  <a:cubicBezTo>
                    <a:pt x="193" y="59"/>
                    <a:pt x="95" y="111"/>
                    <a:pt x="1" y="162"/>
                  </a:cubicBezTo>
                  <a:lnTo>
                    <a:pt x="157" y="463"/>
                  </a:lnTo>
                  <a:cubicBezTo>
                    <a:pt x="260" y="408"/>
                    <a:pt x="363" y="352"/>
                    <a:pt x="463" y="291"/>
                  </a:cubicBezTo>
                  <a:lnTo>
                    <a:pt x="2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59"/>
            <p:cNvSpPr/>
            <p:nvPr/>
          </p:nvSpPr>
          <p:spPr>
            <a:xfrm>
              <a:off x="2684183" y="4356326"/>
              <a:ext cx="14514" cy="14575"/>
            </a:xfrm>
            <a:custGeom>
              <a:avLst/>
              <a:gdLst/>
              <a:ahLst/>
              <a:cxnLst/>
              <a:rect l="l" t="t" r="r" b="b"/>
              <a:pathLst>
                <a:path w="474" h="476" extrusionOk="0">
                  <a:moveTo>
                    <a:pt x="267" y="1"/>
                  </a:moveTo>
                  <a:cubicBezTo>
                    <a:pt x="178" y="68"/>
                    <a:pt x="91" y="131"/>
                    <a:pt x="1" y="191"/>
                  </a:cubicBezTo>
                  <a:lnTo>
                    <a:pt x="187" y="475"/>
                  </a:lnTo>
                  <a:cubicBezTo>
                    <a:pt x="285" y="408"/>
                    <a:pt x="381" y="341"/>
                    <a:pt x="474" y="271"/>
                  </a:cubicBezTo>
                  <a:lnTo>
                    <a:pt x="2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59"/>
            <p:cNvSpPr/>
            <p:nvPr/>
          </p:nvSpPr>
          <p:spPr>
            <a:xfrm>
              <a:off x="2697564" y="4301517"/>
              <a:ext cx="48870" cy="58607"/>
            </a:xfrm>
            <a:custGeom>
              <a:avLst/>
              <a:gdLst/>
              <a:ahLst/>
              <a:cxnLst/>
              <a:rect l="l" t="t" r="r" b="b"/>
              <a:pathLst>
                <a:path w="1596" h="1914" extrusionOk="0">
                  <a:moveTo>
                    <a:pt x="1289" y="1"/>
                  </a:moveTo>
                  <a:cubicBezTo>
                    <a:pt x="983" y="629"/>
                    <a:pt x="537" y="1202"/>
                    <a:pt x="1" y="1653"/>
                  </a:cubicBezTo>
                  <a:lnTo>
                    <a:pt x="220" y="1914"/>
                  </a:lnTo>
                  <a:cubicBezTo>
                    <a:pt x="792" y="1432"/>
                    <a:pt x="1269" y="820"/>
                    <a:pt x="1595" y="147"/>
                  </a:cubicBezTo>
                  <a:lnTo>
                    <a:pt x="12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59"/>
            <p:cNvSpPr/>
            <p:nvPr/>
          </p:nvSpPr>
          <p:spPr>
            <a:xfrm>
              <a:off x="2461490" y="4109350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36" y="0"/>
                  </a:moveTo>
                  <a:cubicBezTo>
                    <a:pt x="155" y="85"/>
                    <a:pt x="75" y="172"/>
                    <a:pt x="1" y="263"/>
                  </a:cubicBezTo>
                  <a:lnTo>
                    <a:pt x="262" y="480"/>
                  </a:lnTo>
                  <a:cubicBezTo>
                    <a:pt x="331" y="397"/>
                    <a:pt x="407" y="315"/>
                    <a:pt x="481" y="236"/>
                  </a:cubicBezTo>
                  <a:lnTo>
                    <a:pt x="2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59"/>
            <p:cNvSpPr/>
            <p:nvPr/>
          </p:nvSpPr>
          <p:spPr>
            <a:xfrm>
              <a:off x="2450742" y="4122915"/>
              <a:ext cx="14606" cy="14514"/>
            </a:xfrm>
            <a:custGeom>
              <a:avLst/>
              <a:gdLst/>
              <a:ahLst/>
              <a:cxnLst/>
              <a:rect l="l" t="t" r="r" b="b"/>
              <a:pathLst>
                <a:path w="477" h="474" extrusionOk="0">
                  <a:moveTo>
                    <a:pt x="207" y="1"/>
                  </a:moveTo>
                  <a:cubicBezTo>
                    <a:pt x="134" y="93"/>
                    <a:pt x="65" y="189"/>
                    <a:pt x="0" y="285"/>
                  </a:cubicBezTo>
                  <a:lnTo>
                    <a:pt x="283" y="474"/>
                  </a:lnTo>
                  <a:cubicBezTo>
                    <a:pt x="344" y="383"/>
                    <a:pt x="408" y="293"/>
                    <a:pt x="477" y="206"/>
                  </a:cubicBezTo>
                  <a:lnTo>
                    <a:pt x="2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59"/>
            <p:cNvSpPr/>
            <p:nvPr/>
          </p:nvSpPr>
          <p:spPr>
            <a:xfrm>
              <a:off x="2473768" y="4097133"/>
              <a:ext cx="14728" cy="14728"/>
            </a:xfrm>
            <a:custGeom>
              <a:avLst/>
              <a:gdLst/>
              <a:ahLst/>
              <a:cxnLst/>
              <a:rect l="l" t="t" r="r" b="b"/>
              <a:pathLst>
                <a:path w="481" h="481" extrusionOk="0">
                  <a:moveTo>
                    <a:pt x="263" y="0"/>
                  </a:moveTo>
                  <a:cubicBezTo>
                    <a:pt x="172" y="75"/>
                    <a:pt x="84" y="154"/>
                    <a:pt x="0" y="236"/>
                  </a:cubicBezTo>
                  <a:lnTo>
                    <a:pt x="236" y="481"/>
                  </a:lnTo>
                  <a:cubicBezTo>
                    <a:pt x="315" y="406"/>
                    <a:pt x="397" y="330"/>
                    <a:pt x="480" y="261"/>
                  </a:cubicBezTo>
                  <a:lnTo>
                    <a:pt x="26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59"/>
            <p:cNvSpPr/>
            <p:nvPr/>
          </p:nvSpPr>
          <p:spPr>
            <a:xfrm>
              <a:off x="2441648" y="4137673"/>
              <a:ext cx="14177" cy="14177"/>
            </a:xfrm>
            <a:custGeom>
              <a:avLst/>
              <a:gdLst/>
              <a:ahLst/>
              <a:cxnLst/>
              <a:rect l="l" t="t" r="r" b="b"/>
              <a:pathLst>
                <a:path w="463" h="463" extrusionOk="0">
                  <a:moveTo>
                    <a:pt x="172" y="1"/>
                  </a:moveTo>
                  <a:cubicBezTo>
                    <a:pt x="112" y="101"/>
                    <a:pt x="53" y="206"/>
                    <a:pt x="0" y="307"/>
                  </a:cubicBezTo>
                  <a:lnTo>
                    <a:pt x="303" y="463"/>
                  </a:lnTo>
                  <a:cubicBezTo>
                    <a:pt x="352" y="365"/>
                    <a:pt x="406" y="271"/>
                    <a:pt x="462" y="177"/>
                  </a:cubicBezTo>
                  <a:lnTo>
                    <a:pt x="1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59"/>
            <p:cNvSpPr/>
            <p:nvPr/>
          </p:nvSpPr>
          <p:spPr>
            <a:xfrm>
              <a:off x="2415163" y="4051296"/>
              <a:ext cx="355223" cy="355437"/>
            </a:xfrm>
            <a:custGeom>
              <a:avLst/>
              <a:gdLst/>
              <a:ahLst/>
              <a:cxnLst/>
              <a:rect l="l" t="t" r="r" b="b"/>
              <a:pathLst>
                <a:path w="11601" h="11608" extrusionOk="0">
                  <a:moveTo>
                    <a:pt x="3507" y="494"/>
                  </a:moveTo>
                  <a:lnTo>
                    <a:pt x="3916" y="1032"/>
                  </a:lnTo>
                  <a:cubicBezTo>
                    <a:pt x="3275" y="1287"/>
                    <a:pt x="2686" y="1671"/>
                    <a:pt x="2184" y="2175"/>
                  </a:cubicBezTo>
                  <a:cubicBezTo>
                    <a:pt x="1680" y="2677"/>
                    <a:pt x="1296" y="3266"/>
                    <a:pt x="1043" y="3907"/>
                  </a:cubicBezTo>
                  <a:lnTo>
                    <a:pt x="503" y="3496"/>
                  </a:lnTo>
                  <a:cubicBezTo>
                    <a:pt x="1084" y="2159"/>
                    <a:pt x="2168" y="1073"/>
                    <a:pt x="3507" y="494"/>
                  </a:cubicBezTo>
                  <a:close/>
                  <a:moveTo>
                    <a:pt x="10559" y="7683"/>
                  </a:moveTo>
                  <a:lnTo>
                    <a:pt x="11101" y="8093"/>
                  </a:lnTo>
                  <a:cubicBezTo>
                    <a:pt x="10523" y="9428"/>
                    <a:pt x="9439" y="10512"/>
                    <a:pt x="8100" y="11093"/>
                  </a:cubicBezTo>
                  <a:lnTo>
                    <a:pt x="7691" y="10552"/>
                  </a:lnTo>
                  <a:cubicBezTo>
                    <a:pt x="7731" y="10537"/>
                    <a:pt x="7769" y="10521"/>
                    <a:pt x="7808" y="10503"/>
                  </a:cubicBezTo>
                  <a:cubicBezTo>
                    <a:pt x="7810" y="10503"/>
                    <a:pt x="7810" y="10501"/>
                    <a:pt x="7812" y="10501"/>
                  </a:cubicBezTo>
                  <a:cubicBezTo>
                    <a:pt x="8410" y="10244"/>
                    <a:pt x="8955" y="9878"/>
                    <a:pt x="9421" y="9414"/>
                  </a:cubicBezTo>
                  <a:lnTo>
                    <a:pt x="9423" y="9410"/>
                  </a:lnTo>
                  <a:cubicBezTo>
                    <a:pt x="9452" y="9381"/>
                    <a:pt x="9481" y="9352"/>
                    <a:pt x="9508" y="9323"/>
                  </a:cubicBezTo>
                  <a:lnTo>
                    <a:pt x="9512" y="9319"/>
                  </a:lnTo>
                  <a:lnTo>
                    <a:pt x="9513" y="9318"/>
                  </a:lnTo>
                  <a:cubicBezTo>
                    <a:pt x="9553" y="9274"/>
                    <a:pt x="9595" y="9231"/>
                    <a:pt x="9633" y="9189"/>
                  </a:cubicBezTo>
                  <a:cubicBezTo>
                    <a:pt x="9970" y="8809"/>
                    <a:pt x="10245" y="8383"/>
                    <a:pt x="10454" y="7930"/>
                  </a:cubicBezTo>
                  <a:cubicBezTo>
                    <a:pt x="10492" y="7848"/>
                    <a:pt x="10525" y="7767"/>
                    <a:pt x="10559" y="7683"/>
                  </a:cubicBezTo>
                  <a:close/>
                  <a:moveTo>
                    <a:pt x="5801" y="1"/>
                  </a:moveTo>
                  <a:cubicBezTo>
                    <a:pt x="5120" y="1"/>
                    <a:pt x="4453" y="118"/>
                    <a:pt x="3817" y="349"/>
                  </a:cubicBezTo>
                  <a:lnTo>
                    <a:pt x="3616" y="84"/>
                  </a:lnTo>
                  <a:lnTo>
                    <a:pt x="3494" y="133"/>
                  </a:lnTo>
                  <a:cubicBezTo>
                    <a:pt x="1978" y="753"/>
                    <a:pt x="753" y="1978"/>
                    <a:pt x="133" y="3494"/>
                  </a:cubicBezTo>
                  <a:lnTo>
                    <a:pt x="84" y="3616"/>
                  </a:lnTo>
                  <a:lnTo>
                    <a:pt x="349" y="3817"/>
                  </a:lnTo>
                  <a:cubicBezTo>
                    <a:pt x="119" y="4451"/>
                    <a:pt x="1" y="5119"/>
                    <a:pt x="1" y="5801"/>
                  </a:cubicBezTo>
                  <a:cubicBezTo>
                    <a:pt x="1" y="6814"/>
                    <a:pt x="265" y="7810"/>
                    <a:pt x="765" y="8682"/>
                  </a:cubicBezTo>
                  <a:cubicBezTo>
                    <a:pt x="1251" y="9528"/>
                    <a:pt x="1949" y="10244"/>
                    <a:pt x="2782" y="10755"/>
                  </a:cubicBezTo>
                  <a:lnTo>
                    <a:pt x="2958" y="10465"/>
                  </a:lnTo>
                  <a:cubicBezTo>
                    <a:pt x="2632" y="10265"/>
                    <a:pt x="2331" y="10035"/>
                    <a:pt x="2059" y="9782"/>
                  </a:cubicBezTo>
                  <a:lnTo>
                    <a:pt x="2204" y="9637"/>
                  </a:lnTo>
                  <a:lnTo>
                    <a:pt x="1965" y="9397"/>
                  </a:lnTo>
                  <a:lnTo>
                    <a:pt x="1820" y="9542"/>
                  </a:lnTo>
                  <a:cubicBezTo>
                    <a:pt x="916" y="8584"/>
                    <a:pt x="385" y="7326"/>
                    <a:pt x="343" y="5973"/>
                  </a:cubicBezTo>
                  <a:lnTo>
                    <a:pt x="544" y="5973"/>
                  </a:lnTo>
                  <a:lnTo>
                    <a:pt x="544" y="5632"/>
                  </a:lnTo>
                  <a:lnTo>
                    <a:pt x="343" y="5632"/>
                  </a:lnTo>
                  <a:cubicBezTo>
                    <a:pt x="358" y="5085"/>
                    <a:pt x="456" y="4550"/>
                    <a:pt x="633" y="4034"/>
                  </a:cubicBezTo>
                  <a:lnTo>
                    <a:pt x="918" y="4252"/>
                  </a:lnTo>
                  <a:cubicBezTo>
                    <a:pt x="762" y="4746"/>
                    <a:pt x="680" y="5268"/>
                    <a:pt x="680" y="5803"/>
                  </a:cubicBezTo>
                  <a:cubicBezTo>
                    <a:pt x="680" y="7171"/>
                    <a:pt x="1213" y="8455"/>
                    <a:pt x="2179" y="9421"/>
                  </a:cubicBezTo>
                  <a:cubicBezTo>
                    <a:pt x="3146" y="10389"/>
                    <a:pt x="4431" y="10921"/>
                    <a:pt x="5799" y="10921"/>
                  </a:cubicBezTo>
                  <a:cubicBezTo>
                    <a:pt x="5902" y="10921"/>
                    <a:pt x="6007" y="10919"/>
                    <a:pt x="6109" y="10912"/>
                  </a:cubicBezTo>
                  <a:lnTo>
                    <a:pt x="6089" y="10572"/>
                  </a:lnTo>
                  <a:cubicBezTo>
                    <a:pt x="5993" y="10579"/>
                    <a:pt x="5893" y="10581"/>
                    <a:pt x="5799" y="10581"/>
                  </a:cubicBezTo>
                  <a:cubicBezTo>
                    <a:pt x="3164" y="10581"/>
                    <a:pt x="1019" y="8437"/>
                    <a:pt x="1019" y="5803"/>
                  </a:cubicBezTo>
                  <a:cubicBezTo>
                    <a:pt x="1019" y="4900"/>
                    <a:pt x="1271" y="4056"/>
                    <a:pt x="1708" y="3333"/>
                  </a:cubicBezTo>
                  <a:cubicBezTo>
                    <a:pt x="1713" y="3327"/>
                    <a:pt x="1715" y="3320"/>
                    <a:pt x="1720" y="3315"/>
                  </a:cubicBezTo>
                  <a:cubicBezTo>
                    <a:pt x="1735" y="3288"/>
                    <a:pt x="1751" y="3264"/>
                    <a:pt x="1767" y="3239"/>
                  </a:cubicBezTo>
                  <a:cubicBezTo>
                    <a:pt x="1775" y="3228"/>
                    <a:pt x="1782" y="3215"/>
                    <a:pt x="1789" y="3202"/>
                  </a:cubicBezTo>
                  <a:cubicBezTo>
                    <a:pt x="1804" y="3182"/>
                    <a:pt x="1816" y="3159"/>
                    <a:pt x="1831" y="3139"/>
                  </a:cubicBezTo>
                  <a:cubicBezTo>
                    <a:pt x="1847" y="3114"/>
                    <a:pt x="1865" y="3092"/>
                    <a:pt x="1880" y="3067"/>
                  </a:cubicBezTo>
                  <a:cubicBezTo>
                    <a:pt x="1887" y="3057"/>
                    <a:pt x="1892" y="3048"/>
                    <a:pt x="1898" y="3039"/>
                  </a:cubicBezTo>
                  <a:cubicBezTo>
                    <a:pt x="1923" y="3003"/>
                    <a:pt x="1950" y="2969"/>
                    <a:pt x="1976" y="2932"/>
                  </a:cubicBezTo>
                  <a:lnTo>
                    <a:pt x="1979" y="2929"/>
                  </a:lnTo>
                  <a:cubicBezTo>
                    <a:pt x="2005" y="2894"/>
                    <a:pt x="2032" y="2860"/>
                    <a:pt x="2057" y="2829"/>
                  </a:cubicBezTo>
                  <a:lnTo>
                    <a:pt x="2065" y="2822"/>
                  </a:lnTo>
                  <a:cubicBezTo>
                    <a:pt x="2092" y="2787"/>
                    <a:pt x="2119" y="2757"/>
                    <a:pt x="2146" y="2724"/>
                  </a:cubicBezTo>
                  <a:lnTo>
                    <a:pt x="2148" y="2722"/>
                  </a:lnTo>
                  <a:cubicBezTo>
                    <a:pt x="2322" y="2516"/>
                    <a:pt x="2512" y="2325"/>
                    <a:pt x="2717" y="2153"/>
                  </a:cubicBezTo>
                  <a:lnTo>
                    <a:pt x="2719" y="2151"/>
                  </a:lnTo>
                  <a:cubicBezTo>
                    <a:pt x="2749" y="2124"/>
                    <a:pt x="2784" y="2097"/>
                    <a:pt x="2817" y="2070"/>
                  </a:cubicBezTo>
                  <a:lnTo>
                    <a:pt x="2822" y="2063"/>
                  </a:lnTo>
                  <a:cubicBezTo>
                    <a:pt x="2856" y="2036"/>
                    <a:pt x="2889" y="2010"/>
                    <a:pt x="2922" y="1987"/>
                  </a:cubicBezTo>
                  <a:cubicBezTo>
                    <a:pt x="2925" y="1983"/>
                    <a:pt x="2925" y="1983"/>
                    <a:pt x="2927" y="1983"/>
                  </a:cubicBezTo>
                  <a:cubicBezTo>
                    <a:pt x="2961" y="1956"/>
                    <a:pt x="2998" y="1932"/>
                    <a:pt x="3034" y="1907"/>
                  </a:cubicBezTo>
                  <a:cubicBezTo>
                    <a:pt x="3043" y="1900"/>
                    <a:pt x="3052" y="1896"/>
                    <a:pt x="3058" y="1889"/>
                  </a:cubicBezTo>
                  <a:cubicBezTo>
                    <a:pt x="3083" y="1871"/>
                    <a:pt x="3108" y="1854"/>
                    <a:pt x="3130" y="1838"/>
                  </a:cubicBezTo>
                  <a:cubicBezTo>
                    <a:pt x="3152" y="1825"/>
                    <a:pt x="3172" y="1811"/>
                    <a:pt x="3193" y="1798"/>
                  </a:cubicBezTo>
                  <a:cubicBezTo>
                    <a:pt x="3206" y="1791"/>
                    <a:pt x="3217" y="1782"/>
                    <a:pt x="3230" y="1775"/>
                  </a:cubicBezTo>
                  <a:cubicBezTo>
                    <a:pt x="3255" y="1760"/>
                    <a:pt x="3282" y="1744"/>
                    <a:pt x="3308" y="1727"/>
                  </a:cubicBezTo>
                  <a:cubicBezTo>
                    <a:pt x="3315" y="1724"/>
                    <a:pt x="3320" y="1720"/>
                    <a:pt x="3326" y="1717"/>
                  </a:cubicBezTo>
                  <a:cubicBezTo>
                    <a:pt x="4045" y="1280"/>
                    <a:pt x="4891" y="1028"/>
                    <a:pt x="5794" y="1028"/>
                  </a:cubicBezTo>
                  <a:cubicBezTo>
                    <a:pt x="8428" y="1028"/>
                    <a:pt x="10573" y="3173"/>
                    <a:pt x="10573" y="5806"/>
                  </a:cubicBezTo>
                  <a:cubicBezTo>
                    <a:pt x="10573" y="6853"/>
                    <a:pt x="10233" y="7830"/>
                    <a:pt x="9651" y="8624"/>
                  </a:cubicBezTo>
                  <a:cubicBezTo>
                    <a:pt x="9649" y="8629"/>
                    <a:pt x="9648" y="8631"/>
                    <a:pt x="9642" y="8636"/>
                  </a:cubicBezTo>
                  <a:cubicBezTo>
                    <a:pt x="9626" y="8658"/>
                    <a:pt x="9608" y="8682"/>
                    <a:pt x="9593" y="8703"/>
                  </a:cubicBezTo>
                  <a:cubicBezTo>
                    <a:pt x="9580" y="8720"/>
                    <a:pt x="9568" y="8736"/>
                    <a:pt x="9557" y="8751"/>
                  </a:cubicBezTo>
                  <a:cubicBezTo>
                    <a:pt x="9544" y="8765"/>
                    <a:pt x="9535" y="8778"/>
                    <a:pt x="9524" y="8790"/>
                  </a:cubicBezTo>
                  <a:cubicBezTo>
                    <a:pt x="8963" y="9490"/>
                    <a:pt x="8211" y="10032"/>
                    <a:pt x="7352" y="10325"/>
                  </a:cubicBezTo>
                  <a:lnTo>
                    <a:pt x="7350" y="10325"/>
                  </a:lnTo>
                  <a:cubicBezTo>
                    <a:pt x="7051" y="10427"/>
                    <a:pt x="6736" y="10503"/>
                    <a:pt x="6413" y="10544"/>
                  </a:cubicBezTo>
                  <a:lnTo>
                    <a:pt x="6455" y="10883"/>
                  </a:lnTo>
                  <a:cubicBezTo>
                    <a:pt x="6759" y="10843"/>
                    <a:pt x="7058" y="10776"/>
                    <a:pt x="7346" y="10686"/>
                  </a:cubicBezTo>
                  <a:lnTo>
                    <a:pt x="7419" y="10780"/>
                  </a:lnTo>
                  <a:lnTo>
                    <a:pt x="7564" y="10974"/>
                  </a:lnTo>
                  <a:cubicBezTo>
                    <a:pt x="7049" y="11150"/>
                    <a:pt x="6513" y="11247"/>
                    <a:pt x="5964" y="11264"/>
                  </a:cubicBezTo>
                  <a:lnTo>
                    <a:pt x="5964" y="11061"/>
                  </a:lnTo>
                  <a:lnTo>
                    <a:pt x="5625" y="11061"/>
                  </a:lnTo>
                  <a:lnTo>
                    <a:pt x="5625" y="11264"/>
                  </a:lnTo>
                  <a:cubicBezTo>
                    <a:pt x="4793" y="11238"/>
                    <a:pt x="3971" y="11021"/>
                    <a:pt x="3239" y="10633"/>
                  </a:cubicBezTo>
                  <a:lnTo>
                    <a:pt x="3081" y="10934"/>
                  </a:lnTo>
                  <a:cubicBezTo>
                    <a:pt x="3909" y="11374"/>
                    <a:pt x="4850" y="11608"/>
                    <a:pt x="5794" y="11608"/>
                  </a:cubicBezTo>
                  <a:cubicBezTo>
                    <a:pt x="6477" y="11608"/>
                    <a:pt x="7142" y="11490"/>
                    <a:pt x="7778" y="11258"/>
                  </a:cubicBezTo>
                  <a:lnTo>
                    <a:pt x="7981" y="11523"/>
                  </a:lnTo>
                  <a:lnTo>
                    <a:pt x="8100" y="11474"/>
                  </a:lnTo>
                  <a:cubicBezTo>
                    <a:pt x="9617" y="10856"/>
                    <a:pt x="10843" y="9629"/>
                    <a:pt x="11461" y="8113"/>
                  </a:cubicBezTo>
                  <a:lnTo>
                    <a:pt x="11510" y="7993"/>
                  </a:lnTo>
                  <a:lnTo>
                    <a:pt x="11246" y="7790"/>
                  </a:lnTo>
                  <a:cubicBezTo>
                    <a:pt x="11483" y="7142"/>
                    <a:pt x="11601" y="6475"/>
                    <a:pt x="11601" y="5793"/>
                  </a:cubicBezTo>
                  <a:cubicBezTo>
                    <a:pt x="11601" y="4748"/>
                    <a:pt x="11320" y="3721"/>
                    <a:pt x="10785" y="2829"/>
                  </a:cubicBezTo>
                  <a:lnTo>
                    <a:pt x="10494" y="3003"/>
                  </a:lnTo>
                  <a:cubicBezTo>
                    <a:pt x="10967" y="3797"/>
                    <a:pt x="11229" y="4699"/>
                    <a:pt x="11257" y="5627"/>
                  </a:cubicBezTo>
                  <a:lnTo>
                    <a:pt x="11055" y="5627"/>
                  </a:lnTo>
                  <a:lnTo>
                    <a:pt x="11055" y="5966"/>
                  </a:lnTo>
                  <a:lnTo>
                    <a:pt x="11257" y="5966"/>
                  </a:lnTo>
                  <a:cubicBezTo>
                    <a:pt x="11242" y="6515"/>
                    <a:pt x="11144" y="7049"/>
                    <a:pt x="10967" y="7566"/>
                  </a:cubicBezTo>
                  <a:lnTo>
                    <a:pt x="10680" y="7348"/>
                  </a:lnTo>
                  <a:cubicBezTo>
                    <a:pt x="10838" y="6852"/>
                    <a:pt x="10920" y="6328"/>
                    <a:pt x="10920" y="5799"/>
                  </a:cubicBezTo>
                  <a:cubicBezTo>
                    <a:pt x="10920" y="4431"/>
                    <a:pt x="10387" y="3146"/>
                    <a:pt x="9421" y="2179"/>
                  </a:cubicBezTo>
                  <a:cubicBezTo>
                    <a:pt x="8453" y="1211"/>
                    <a:pt x="7169" y="680"/>
                    <a:pt x="5801" y="680"/>
                  </a:cubicBezTo>
                  <a:cubicBezTo>
                    <a:pt x="5266" y="680"/>
                    <a:pt x="4746" y="762"/>
                    <a:pt x="4250" y="918"/>
                  </a:cubicBezTo>
                  <a:lnTo>
                    <a:pt x="4032" y="631"/>
                  </a:lnTo>
                  <a:cubicBezTo>
                    <a:pt x="4545" y="456"/>
                    <a:pt x="5083" y="358"/>
                    <a:pt x="5630" y="341"/>
                  </a:cubicBezTo>
                  <a:lnTo>
                    <a:pt x="5630" y="544"/>
                  </a:lnTo>
                  <a:lnTo>
                    <a:pt x="5971" y="544"/>
                  </a:lnTo>
                  <a:lnTo>
                    <a:pt x="5971" y="341"/>
                  </a:lnTo>
                  <a:cubicBezTo>
                    <a:pt x="7312" y="383"/>
                    <a:pt x="8577" y="918"/>
                    <a:pt x="9539" y="1818"/>
                  </a:cubicBezTo>
                  <a:lnTo>
                    <a:pt x="9396" y="1961"/>
                  </a:lnTo>
                  <a:lnTo>
                    <a:pt x="9635" y="2202"/>
                  </a:lnTo>
                  <a:lnTo>
                    <a:pt x="9778" y="2059"/>
                  </a:lnTo>
                  <a:cubicBezTo>
                    <a:pt x="9972" y="2266"/>
                    <a:pt x="10151" y="2489"/>
                    <a:pt x="10314" y="2728"/>
                  </a:cubicBezTo>
                  <a:lnTo>
                    <a:pt x="10595" y="2537"/>
                  </a:lnTo>
                  <a:cubicBezTo>
                    <a:pt x="9513" y="948"/>
                    <a:pt x="7721" y="1"/>
                    <a:pt x="5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59"/>
            <p:cNvSpPr/>
            <p:nvPr/>
          </p:nvSpPr>
          <p:spPr>
            <a:xfrm>
              <a:off x="2462837" y="4098633"/>
              <a:ext cx="260056" cy="260117"/>
            </a:xfrm>
            <a:custGeom>
              <a:avLst/>
              <a:gdLst/>
              <a:ahLst/>
              <a:cxnLst/>
              <a:rect l="l" t="t" r="r" b="b"/>
              <a:pathLst>
                <a:path w="8493" h="8495" extrusionOk="0">
                  <a:moveTo>
                    <a:pt x="5782" y="4122"/>
                  </a:moveTo>
                  <a:lnTo>
                    <a:pt x="6871" y="4675"/>
                  </a:lnTo>
                  <a:lnTo>
                    <a:pt x="6489" y="4675"/>
                  </a:lnTo>
                  <a:lnTo>
                    <a:pt x="6489" y="5016"/>
                  </a:lnTo>
                  <a:lnTo>
                    <a:pt x="7286" y="5016"/>
                  </a:lnTo>
                  <a:lnTo>
                    <a:pt x="7286" y="5018"/>
                  </a:lnTo>
                  <a:lnTo>
                    <a:pt x="7286" y="5550"/>
                  </a:lnTo>
                  <a:lnTo>
                    <a:pt x="6572" y="5550"/>
                  </a:lnTo>
                  <a:cubicBezTo>
                    <a:pt x="6501" y="5150"/>
                    <a:pt x="6184" y="4833"/>
                    <a:pt x="5782" y="4760"/>
                  </a:cubicBezTo>
                  <a:lnTo>
                    <a:pt x="5782" y="4122"/>
                  </a:lnTo>
                  <a:close/>
                  <a:moveTo>
                    <a:pt x="5612" y="5572"/>
                  </a:moveTo>
                  <a:cubicBezTo>
                    <a:pt x="5693" y="5572"/>
                    <a:pt x="5759" y="5639"/>
                    <a:pt x="5759" y="5721"/>
                  </a:cubicBezTo>
                  <a:cubicBezTo>
                    <a:pt x="5759" y="5802"/>
                    <a:pt x="5693" y="5867"/>
                    <a:pt x="5612" y="5867"/>
                  </a:cubicBezTo>
                  <a:cubicBezTo>
                    <a:pt x="5530" y="5867"/>
                    <a:pt x="5465" y="5802"/>
                    <a:pt x="5465" y="5721"/>
                  </a:cubicBezTo>
                  <a:cubicBezTo>
                    <a:pt x="5465" y="5639"/>
                    <a:pt x="5530" y="5572"/>
                    <a:pt x="5612" y="5572"/>
                  </a:cubicBezTo>
                  <a:close/>
                  <a:moveTo>
                    <a:pt x="3847" y="7333"/>
                  </a:moveTo>
                  <a:lnTo>
                    <a:pt x="3847" y="7638"/>
                  </a:lnTo>
                  <a:lnTo>
                    <a:pt x="3543" y="7638"/>
                  </a:lnTo>
                  <a:lnTo>
                    <a:pt x="3543" y="7333"/>
                  </a:lnTo>
                  <a:close/>
                  <a:moveTo>
                    <a:pt x="5784" y="5105"/>
                  </a:moveTo>
                  <a:cubicBezTo>
                    <a:pt x="6052" y="5179"/>
                    <a:pt x="6248" y="5423"/>
                    <a:pt x="6248" y="5715"/>
                  </a:cubicBezTo>
                  <a:lnTo>
                    <a:pt x="6248" y="5885"/>
                  </a:lnTo>
                  <a:lnTo>
                    <a:pt x="6668" y="5885"/>
                  </a:lnTo>
                  <a:lnTo>
                    <a:pt x="6668" y="7308"/>
                  </a:lnTo>
                  <a:cubicBezTo>
                    <a:pt x="6208" y="7672"/>
                    <a:pt x="5661" y="7935"/>
                    <a:pt x="5068" y="8062"/>
                  </a:cubicBezTo>
                  <a:lnTo>
                    <a:pt x="4793" y="7478"/>
                  </a:lnTo>
                  <a:lnTo>
                    <a:pt x="5182" y="7478"/>
                  </a:lnTo>
                  <a:lnTo>
                    <a:pt x="5182" y="7484"/>
                  </a:lnTo>
                  <a:lnTo>
                    <a:pt x="5445" y="7850"/>
                  </a:lnTo>
                  <a:lnTo>
                    <a:pt x="5721" y="7650"/>
                  </a:lnTo>
                  <a:lnTo>
                    <a:pt x="5492" y="7330"/>
                  </a:lnTo>
                  <a:lnTo>
                    <a:pt x="5784" y="7038"/>
                  </a:lnTo>
                  <a:lnTo>
                    <a:pt x="5784" y="6174"/>
                  </a:lnTo>
                  <a:cubicBezTo>
                    <a:pt x="5969" y="6103"/>
                    <a:pt x="6101" y="5925"/>
                    <a:pt x="6101" y="5715"/>
                  </a:cubicBezTo>
                  <a:cubicBezTo>
                    <a:pt x="6101" y="5507"/>
                    <a:pt x="5969" y="5327"/>
                    <a:pt x="5784" y="5259"/>
                  </a:cubicBezTo>
                  <a:lnTo>
                    <a:pt x="5784" y="5105"/>
                  </a:lnTo>
                  <a:close/>
                  <a:moveTo>
                    <a:pt x="4137" y="6900"/>
                  </a:moveTo>
                  <a:lnTo>
                    <a:pt x="4180" y="6991"/>
                  </a:lnTo>
                  <a:lnTo>
                    <a:pt x="3200" y="6991"/>
                  </a:lnTo>
                  <a:lnTo>
                    <a:pt x="3200" y="7976"/>
                  </a:lnTo>
                  <a:lnTo>
                    <a:pt x="4184" y="7976"/>
                  </a:lnTo>
                  <a:lnTo>
                    <a:pt x="4184" y="7000"/>
                  </a:lnTo>
                  <a:lnTo>
                    <a:pt x="4668" y="8022"/>
                  </a:lnTo>
                  <a:lnTo>
                    <a:pt x="4715" y="8123"/>
                  </a:lnTo>
                  <a:cubicBezTo>
                    <a:pt x="4704" y="8125"/>
                    <a:pt x="4691" y="8125"/>
                    <a:pt x="4680" y="8127"/>
                  </a:cubicBezTo>
                  <a:lnTo>
                    <a:pt x="4619" y="8134"/>
                  </a:lnTo>
                  <a:cubicBezTo>
                    <a:pt x="4604" y="8136"/>
                    <a:pt x="4590" y="8136"/>
                    <a:pt x="4574" y="8140"/>
                  </a:cubicBezTo>
                  <a:cubicBezTo>
                    <a:pt x="4552" y="8141"/>
                    <a:pt x="4528" y="8143"/>
                    <a:pt x="4505" y="8143"/>
                  </a:cubicBezTo>
                  <a:cubicBezTo>
                    <a:pt x="4490" y="8143"/>
                    <a:pt x="4478" y="8145"/>
                    <a:pt x="4463" y="8145"/>
                  </a:cubicBezTo>
                  <a:cubicBezTo>
                    <a:pt x="4438" y="8149"/>
                    <a:pt x="4410" y="8149"/>
                    <a:pt x="4387" y="8150"/>
                  </a:cubicBezTo>
                  <a:cubicBezTo>
                    <a:pt x="4374" y="8150"/>
                    <a:pt x="4363" y="8150"/>
                    <a:pt x="4353" y="8152"/>
                  </a:cubicBezTo>
                  <a:cubicBezTo>
                    <a:pt x="4316" y="8152"/>
                    <a:pt x="4278" y="8154"/>
                    <a:pt x="4242" y="8154"/>
                  </a:cubicBezTo>
                  <a:cubicBezTo>
                    <a:pt x="3403" y="8154"/>
                    <a:pt x="2626" y="7889"/>
                    <a:pt x="1990" y="7438"/>
                  </a:cubicBezTo>
                  <a:lnTo>
                    <a:pt x="1999" y="7429"/>
                  </a:lnTo>
                  <a:lnTo>
                    <a:pt x="2852" y="7429"/>
                  </a:lnTo>
                  <a:lnTo>
                    <a:pt x="2852" y="7090"/>
                  </a:lnTo>
                  <a:lnTo>
                    <a:pt x="2193" y="7090"/>
                  </a:lnTo>
                  <a:lnTo>
                    <a:pt x="2298" y="6900"/>
                  </a:lnTo>
                  <a:close/>
                  <a:moveTo>
                    <a:pt x="4246" y="0"/>
                  </a:moveTo>
                  <a:cubicBezTo>
                    <a:pt x="1905" y="0"/>
                    <a:pt x="0" y="1905"/>
                    <a:pt x="0" y="4247"/>
                  </a:cubicBezTo>
                  <a:cubicBezTo>
                    <a:pt x="0" y="6588"/>
                    <a:pt x="1905" y="8495"/>
                    <a:pt x="4246" y="8495"/>
                  </a:cubicBezTo>
                  <a:cubicBezTo>
                    <a:pt x="4280" y="8495"/>
                    <a:pt x="4314" y="8495"/>
                    <a:pt x="4349" y="8493"/>
                  </a:cubicBezTo>
                  <a:cubicBezTo>
                    <a:pt x="4360" y="8493"/>
                    <a:pt x="4372" y="8493"/>
                    <a:pt x="4385" y="8489"/>
                  </a:cubicBezTo>
                  <a:cubicBezTo>
                    <a:pt x="4407" y="8489"/>
                    <a:pt x="4427" y="8487"/>
                    <a:pt x="4450" y="8487"/>
                  </a:cubicBezTo>
                  <a:cubicBezTo>
                    <a:pt x="4463" y="8487"/>
                    <a:pt x="4478" y="8486"/>
                    <a:pt x="4494" y="8486"/>
                  </a:cubicBezTo>
                  <a:cubicBezTo>
                    <a:pt x="4514" y="8482"/>
                    <a:pt x="4534" y="8482"/>
                    <a:pt x="4554" y="8480"/>
                  </a:cubicBezTo>
                  <a:cubicBezTo>
                    <a:pt x="4568" y="8480"/>
                    <a:pt x="4581" y="8478"/>
                    <a:pt x="4595" y="8478"/>
                  </a:cubicBezTo>
                  <a:cubicBezTo>
                    <a:pt x="4615" y="8477"/>
                    <a:pt x="4639" y="8473"/>
                    <a:pt x="4659" y="8473"/>
                  </a:cubicBezTo>
                  <a:cubicBezTo>
                    <a:pt x="4670" y="8471"/>
                    <a:pt x="4684" y="8471"/>
                    <a:pt x="4695" y="8469"/>
                  </a:cubicBezTo>
                  <a:cubicBezTo>
                    <a:pt x="4720" y="8467"/>
                    <a:pt x="4744" y="8464"/>
                    <a:pt x="4769" y="8460"/>
                  </a:cubicBezTo>
                  <a:cubicBezTo>
                    <a:pt x="4777" y="8460"/>
                    <a:pt x="4786" y="8458"/>
                    <a:pt x="4793" y="8458"/>
                  </a:cubicBezTo>
                  <a:cubicBezTo>
                    <a:pt x="4862" y="8449"/>
                    <a:pt x="4931" y="8437"/>
                    <a:pt x="4998" y="8426"/>
                  </a:cubicBezTo>
                  <a:lnTo>
                    <a:pt x="5219" y="8388"/>
                  </a:lnTo>
                  <a:lnTo>
                    <a:pt x="5215" y="8380"/>
                  </a:lnTo>
                  <a:cubicBezTo>
                    <a:pt x="7090" y="7942"/>
                    <a:pt x="8493" y="6253"/>
                    <a:pt x="8493" y="4246"/>
                  </a:cubicBezTo>
                  <a:cubicBezTo>
                    <a:pt x="8493" y="3180"/>
                    <a:pt x="8096" y="2162"/>
                    <a:pt x="7377" y="1376"/>
                  </a:cubicBezTo>
                  <a:lnTo>
                    <a:pt x="7125" y="1604"/>
                  </a:lnTo>
                  <a:cubicBezTo>
                    <a:pt x="7786" y="2327"/>
                    <a:pt x="8150" y="3264"/>
                    <a:pt x="8150" y="4242"/>
                  </a:cubicBezTo>
                  <a:cubicBezTo>
                    <a:pt x="8150" y="5322"/>
                    <a:pt x="7712" y="6299"/>
                    <a:pt x="7003" y="7005"/>
                  </a:cubicBezTo>
                  <a:lnTo>
                    <a:pt x="7003" y="5885"/>
                  </a:lnTo>
                  <a:lnTo>
                    <a:pt x="7621" y="5885"/>
                  </a:lnTo>
                  <a:lnTo>
                    <a:pt x="7621" y="4675"/>
                  </a:lnTo>
                  <a:lnTo>
                    <a:pt x="5440" y="3566"/>
                  </a:lnTo>
                  <a:lnTo>
                    <a:pt x="5440" y="5257"/>
                  </a:lnTo>
                  <a:cubicBezTo>
                    <a:pt x="5255" y="5327"/>
                    <a:pt x="5123" y="5505"/>
                    <a:pt x="5123" y="5715"/>
                  </a:cubicBezTo>
                  <a:cubicBezTo>
                    <a:pt x="5123" y="5925"/>
                    <a:pt x="5255" y="6103"/>
                    <a:pt x="5440" y="6172"/>
                  </a:cubicBezTo>
                  <a:lnTo>
                    <a:pt x="5440" y="6895"/>
                  </a:lnTo>
                  <a:lnTo>
                    <a:pt x="5195" y="7139"/>
                  </a:lnTo>
                  <a:lnTo>
                    <a:pt x="4626" y="7139"/>
                  </a:lnTo>
                  <a:lnTo>
                    <a:pt x="4512" y="6897"/>
                  </a:lnTo>
                  <a:lnTo>
                    <a:pt x="4965" y="6897"/>
                  </a:lnTo>
                  <a:lnTo>
                    <a:pt x="4965" y="5884"/>
                  </a:lnTo>
                  <a:lnTo>
                    <a:pt x="4525" y="5443"/>
                  </a:lnTo>
                  <a:lnTo>
                    <a:pt x="3798" y="5443"/>
                  </a:lnTo>
                  <a:lnTo>
                    <a:pt x="3798" y="5784"/>
                  </a:lnTo>
                  <a:lnTo>
                    <a:pt x="4385" y="5784"/>
                  </a:lnTo>
                  <a:lnTo>
                    <a:pt x="4624" y="6023"/>
                  </a:lnTo>
                  <a:lnTo>
                    <a:pt x="4624" y="6560"/>
                  </a:lnTo>
                  <a:lnTo>
                    <a:pt x="1825" y="6560"/>
                  </a:lnTo>
                  <a:lnTo>
                    <a:pt x="1269" y="6003"/>
                  </a:lnTo>
                  <a:lnTo>
                    <a:pt x="1269" y="5784"/>
                  </a:lnTo>
                  <a:lnTo>
                    <a:pt x="3461" y="5784"/>
                  </a:lnTo>
                  <a:lnTo>
                    <a:pt x="3461" y="5443"/>
                  </a:lnTo>
                  <a:lnTo>
                    <a:pt x="928" y="5443"/>
                  </a:lnTo>
                  <a:lnTo>
                    <a:pt x="928" y="6143"/>
                  </a:lnTo>
                  <a:lnTo>
                    <a:pt x="1685" y="6900"/>
                  </a:lnTo>
                  <a:lnTo>
                    <a:pt x="1908" y="6900"/>
                  </a:lnTo>
                  <a:lnTo>
                    <a:pt x="1723" y="7228"/>
                  </a:lnTo>
                  <a:cubicBezTo>
                    <a:pt x="875" y="6511"/>
                    <a:pt x="337" y="5442"/>
                    <a:pt x="337" y="4247"/>
                  </a:cubicBezTo>
                  <a:cubicBezTo>
                    <a:pt x="337" y="2093"/>
                    <a:pt x="2089" y="341"/>
                    <a:pt x="4244" y="341"/>
                  </a:cubicBezTo>
                  <a:cubicBezTo>
                    <a:pt x="4869" y="341"/>
                    <a:pt x="5474" y="488"/>
                    <a:pt x="6019" y="767"/>
                  </a:cubicBezTo>
                  <a:lnTo>
                    <a:pt x="4485" y="3494"/>
                  </a:lnTo>
                  <a:lnTo>
                    <a:pt x="2229" y="3494"/>
                  </a:lnTo>
                  <a:lnTo>
                    <a:pt x="2229" y="3833"/>
                  </a:lnTo>
                  <a:lnTo>
                    <a:pt x="4684" y="3833"/>
                  </a:lnTo>
                  <a:lnTo>
                    <a:pt x="6317" y="933"/>
                  </a:lnTo>
                  <a:cubicBezTo>
                    <a:pt x="6523" y="1062"/>
                    <a:pt x="6715" y="1211"/>
                    <a:pt x="6896" y="1377"/>
                  </a:cubicBezTo>
                  <a:lnTo>
                    <a:pt x="7127" y="1129"/>
                  </a:lnTo>
                  <a:cubicBezTo>
                    <a:pt x="6342" y="401"/>
                    <a:pt x="5318" y="0"/>
                    <a:pt x="42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59"/>
            <p:cNvSpPr/>
            <p:nvPr/>
          </p:nvSpPr>
          <p:spPr>
            <a:xfrm>
              <a:off x="2518686" y="4280329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59"/>
            <p:cNvSpPr/>
            <p:nvPr/>
          </p:nvSpPr>
          <p:spPr>
            <a:xfrm>
              <a:off x="2536047" y="4280329"/>
              <a:ext cx="10411" cy="10472"/>
            </a:xfrm>
            <a:custGeom>
              <a:avLst/>
              <a:gdLst/>
              <a:ahLst/>
              <a:cxnLst/>
              <a:rect l="l" t="t" r="r" b="b"/>
              <a:pathLst>
                <a:path w="340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0" y="341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59"/>
            <p:cNvSpPr/>
            <p:nvPr/>
          </p:nvSpPr>
          <p:spPr>
            <a:xfrm>
              <a:off x="2553378" y="4280329"/>
              <a:ext cx="34141" cy="10472"/>
            </a:xfrm>
            <a:custGeom>
              <a:avLst/>
              <a:gdLst/>
              <a:ahLst/>
              <a:cxnLst/>
              <a:rect l="l" t="t" r="r" b="b"/>
              <a:pathLst>
                <a:path w="1115" h="342" extrusionOk="0">
                  <a:moveTo>
                    <a:pt x="0" y="0"/>
                  </a:moveTo>
                  <a:lnTo>
                    <a:pt x="0" y="341"/>
                  </a:lnTo>
                  <a:lnTo>
                    <a:pt x="1115" y="341"/>
                  </a:lnTo>
                  <a:lnTo>
                    <a:pt x="111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59"/>
            <p:cNvSpPr/>
            <p:nvPr/>
          </p:nvSpPr>
          <p:spPr>
            <a:xfrm>
              <a:off x="2537793" y="4160209"/>
              <a:ext cx="34754" cy="34815"/>
            </a:xfrm>
            <a:custGeom>
              <a:avLst/>
              <a:gdLst/>
              <a:ahLst/>
              <a:cxnLst/>
              <a:rect l="l" t="t" r="r" b="b"/>
              <a:pathLst>
                <a:path w="1135" h="1137" extrusionOk="0">
                  <a:moveTo>
                    <a:pt x="796" y="341"/>
                  </a:moveTo>
                  <a:lnTo>
                    <a:pt x="796" y="796"/>
                  </a:lnTo>
                  <a:lnTo>
                    <a:pt x="339" y="796"/>
                  </a:lnTo>
                  <a:lnTo>
                    <a:pt x="339" y="341"/>
                  </a:lnTo>
                  <a:close/>
                  <a:moveTo>
                    <a:pt x="0" y="1"/>
                  </a:moveTo>
                  <a:lnTo>
                    <a:pt x="0" y="1137"/>
                  </a:lnTo>
                  <a:lnTo>
                    <a:pt x="1134" y="1137"/>
                  </a:lnTo>
                  <a:lnTo>
                    <a:pt x="1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59"/>
            <p:cNvSpPr/>
            <p:nvPr/>
          </p:nvSpPr>
          <p:spPr>
            <a:xfrm>
              <a:off x="2497008" y="4160209"/>
              <a:ext cx="34754" cy="34815"/>
            </a:xfrm>
            <a:custGeom>
              <a:avLst/>
              <a:gdLst/>
              <a:ahLst/>
              <a:cxnLst/>
              <a:rect l="l" t="t" r="r" b="b"/>
              <a:pathLst>
                <a:path w="1135" h="1137" extrusionOk="0">
                  <a:moveTo>
                    <a:pt x="796" y="341"/>
                  </a:moveTo>
                  <a:lnTo>
                    <a:pt x="796" y="796"/>
                  </a:lnTo>
                  <a:lnTo>
                    <a:pt x="339" y="796"/>
                  </a:lnTo>
                  <a:lnTo>
                    <a:pt x="339" y="341"/>
                  </a:lnTo>
                  <a:close/>
                  <a:moveTo>
                    <a:pt x="0" y="1"/>
                  </a:moveTo>
                  <a:lnTo>
                    <a:pt x="0" y="1137"/>
                  </a:lnTo>
                  <a:lnTo>
                    <a:pt x="1135" y="1137"/>
                  </a:lnTo>
                  <a:lnTo>
                    <a:pt x="11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59"/>
            <p:cNvSpPr/>
            <p:nvPr/>
          </p:nvSpPr>
          <p:spPr>
            <a:xfrm>
              <a:off x="2496457" y="4205495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59"/>
            <p:cNvSpPr/>
            <p:nvPr/>
          </p:nvSpPr>
          <p:spPr>
            <a:xfrm>
              <a:off x="2513757" y="4205495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68" name="Google Shape;1568;p59"/>
          <p:cNvGrpSpPr/>
          <p:nvPr/>
        </p:nvGrpSpPr>
        <p:grpSpPr>
          <a:xfrm>
            <a:off x="2272985" y="2131544"/>
            <a:ext cx="232498" cy="355161"/>
            <a:chOff x="8018322" y="3394757"/>
            <a:chExt cx="232498" cy="355161"/>
          </a:xfrm>
        </p:grpSpPr>
        <p:sp>
          <p:nvSpPr>
            <p:cNvPr id="1569" name="Google Shape;1569;p59"/>
            <p:cNvSpPr/>
            <p:nvPr/>
          </p:nvSpPr>
          <p:spPr>
            <a:xfrm>
              <a:off x="8039480" y="3410556"/>
              <a:ext cx="34754" cy="34754"/>
            </a:xfrm>
            <a:custGeom>
              <a:avLst/>
              <a:gdLst/>
              <a:ahLst/>
              <a:cxnLst/>
              <a:rect l="l" t="t" r="r" b="b"/>
              <a:pathLst>
                <a:path w="1135" h="1135" extrusionOk="0">
                  <a:moveTo>
                    <a:pt x="796" y="340"/>
                  </a:moveTo>
                  <a:lnTo>
                    <a:pt x="796" y="796"/>
                  </a:lnTo>
                  <a:lnTo>
                    <a:pt x="339" y="796"/>
                  </a:lnTo>
                  <a:lnTo>
                    <a:pt x="339" y="340"/>
                  </a:lnTo>
                  <a:close/>
                  <a:moveTo>
                    <a:pt x="0" y="1"/>
                  </a:moveTo>
                  <a:lnTo>
                    <a:pt x="0" y="1135"/>
                  </a:lnTo>
                  <a:lnTo>
                    <a:pt x="1134" y="1135"/>
                  </a:lnTo>
                  <a:lnTo>
                    <a:pt x="113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9"/>
            <p:cNvSpPr/>
            <p:nvPr/>
          </p:nvSpPr>
          <p:spPr>
            <a:xfrm>
              <a:off x="8121356" y="3432204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9"/>
            <p:cNvSpPr/>
            <p:nvPr/>
          </p:nvSpPr>
          <p:spPr>
            <a:xfrm>
              <a:off x="8121356" y="3449504"/>
              <a:ext cx="10411" cy="10472"/>
            </a:xfrm>
            <a:custGeom>
              <a:avLst/>
              <a:gdLst/>
              <a:ahLst/>
              <a:cxnLst/>
              <a:rect l="l" t="t" r="r" b="b"/>
              <a:pathLst>
                <a:path w="340" h="342" extrusionOk="0">
                  <a:moveTo>
                    <a:pt x="1" y="1"/>
                  </a:moveTo>
                  <a:lnTo>
                    <a:pt x="1" y="341"/>
                  </a:lnTo>
                  <a:lnTo>
                    <a:pt x="339" y="341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9"/>
            <p:cNvSpPr/>
            <p:nvPr/>
          </p:nvSpPr>
          <p:spPr>
            <a:xfrm>
              <a:off x="8121356" y="3414843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9"/>
            <p:cNvSpPr/>
            <p:nvPr/>
          </p:nvSpPr>
          <p:spPr>
            <a:xfrm>
              <a:off x="8165693" y="3409668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39" y="340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9"/>
            <p:cNvSpPr/>
            <p:nvPr/>
          </p:nvSpPr>
          <p:spPr>
            <a:xfrm>
              <a:off x="8182992" y="3409668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9"/>
            <p:cNvSpPr/>
            <p:nvPr/>
          </p:nvSpPr>
          <p:spPr>
            <a:xfrm>
              <a:off x="8200354" y="3409668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40" y="340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9"/>
            <p:cNvSpPr/>
            <p:nvPr/>
          </p:nvSpPr>
          <p:spPr>
            <a:xfrm>
              <a:off x="8079898" y="3497209"/>
              <a:ext cx="54810" cy="54871"/>
            </a:xfrm>
            <a:custGeom>
              <a:avLst/>
              <a:gdLst/>
              <a:ahLst/>
              <a:cxnLst/>
              <a:rect l="l" t="t" r="r" b="b"/>
              <a:pathLst>
                <a:path w="1790" h="1792" extrusionOk="0">
                  <a:moveTo>
                    <a:pt x="892" y="342"/>
                  </a:moveTo>
                  <a:cubicBezTo>
                    <a:pt x="983" y="342"/>
                    <a:pt x="1072" y="363"/>
                    <a:pt x="1146" y="403"/>
                  </a:cubicBezTo>
                  <a:lnTo>
                    <a:pt x="400" y="1150"/>
                  </a:lnTo>
                  <a:cubicBezTo>
                    <a:pt x="360" y="1075"/>
                    <a:pt x="338" y="987"/>
                    <a:pt x="338" y="896"/>
                  </a:cubicBezTo>
                  <a:cubicBezTo>
                    <a:pt x="338" y="590"/>
                    <a:pt x="586" y="342"/>
                    <a:pt x="892" y="342"/>
                  </a:cubicBezTo>
                  <a:close/>
                  <a:moveTo>
                    <a:pt x="1387" y="644"/>
                  </a:moveTo>
                  <a:cubicBezTo>
                    <a:pt x="1425" y="722"/>
                    <a:pt x="1447" y="807"/>
                    <a:pt x="1447" y="898"/>
                  </a:cubicBezTo>
                  <a:cubicBezTo>
                    <a:pt x="1451" y="1202"/>
                    <a:pt x="1200" y="1454"/>
                    <a:pt x="892" y="1454"/>
                  </a:cubicBezTo>
                  <a:cubicBezTo>
                    <a:pt x="802" y="1454"/>
                    <a:pt x="713" y="1431"/>
                    <a:pt x="639" y="1392"/>
                  </a:cubicBezTo>
                  <a:lnTo>
                    <a:pt x="1387" y="644"/>
                  </a:lnTo>
                  <a:close/>
                  <a:moveTo>
                    <a:pt x="894" y="1"/>
                  </a:moveTo>
                  <a:cubicBezTo>
                    <a:pt x="401" y="1"/>
                    <a:pt x="1" y="403"/>
                    <a:pt x="1" y="896"/>
                  </a:cubicBezTo>
                  <a:cubicBezTo>
                    <a:pt x="1" y="1391"/>
                    <a:pt x="401" y="1791"/>
                    <a:pt x="894" y="1791"/>
                  </a:cubicBezTo>
                  <a:cubicBezTo>
                    <a:pt x="1389" y="1791"/>
                    <a:pt x="1789" y="1391"/>
                    <a:pt x="1789" y="896"/>
                  </a:cubicBezTo>
                  <a:cubicBezTo>
                    <a:pt x="1789" y="403"/>
                    <a:pt x="1389" y="1"/>
                    <a:pt x="8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9"/>
            <p:cNvSpPr/>
            <p:nvPr/>
          </p:nvSpPr>
          <p:spPr>
            <a:xfrm>
              <a:off x="8081398" y="3588975"/>
              <a:ext cx="10472" cy="17086"/>
            </a:xfrm>
            <a:custGeom>
              <a:avLst/>
              <a:gdLst/>
              <a:ahLst/>
              <a:cxnLst/>
              <a:rect l="l" t="t" r="r" b="b"/>
              <a:pathLst>
                <a:path w="342" h="558" extrusionOk="0">
                  <a:moveTo>
                    <a:pt x="1" y="1"/>
                  </a:moveTo>
                  <a:lnTo>
                    <a:pt x="1" y="557"/>
                  </a:lnTo>
                  <a:lnTo>
                    <a:pt x="342" y="557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9"/>
            <p:cNvSpPr/>
            <p:nvPr/>
          </p:nvSpPr>
          <p:spPr>
            <a:xfrm>
              <a:off x="8081398" y="3571614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1"/>
                  </a:moveTo>
                  <a:lnTo>
                    <a:pt x="1" y="341"/>
                  </a:lnTo>
                  <a:lnTo>
                    <a:pt x="342" y="341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9"/>
            <p:cNvSpPr/>
            <p:nvPr/>
          </p:nvSpPr>
          <p:spPr>
            <a:xfrm>
              <a:off x="8081398" y="3554314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2" y="339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9"/>
            <p:cNvSpPr/>
            <p:nvPr/>
          </p:nvSpPr>
          <p:spPr>
            <a:xfrm>
              <a:off x="8185320" y="3457832"/>
              <a:ext cx="17055" cy="10472"/>
            </a:xfrm>
            <a:custGeom>
              <a:avLst/>
              <a:gdLst/>
              <a:ahLst/>
              <a:cxnLst/>
              <a:rect l="l" t="t" r="r" b="b"/>
              <a:pathLst>
                <a:path w="557" h="342" extrusionOk="0">
                  <a:moveTo>
                    <a:pt x="1" y="0"/>
                  </a:moveTo>
                  <a:lnTo>
                    <a:pt x="1" y="341"/>
                  </a:lnTo>
                  <a:lnTo>
                    <a:pt x="557" y="341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9"/>
            <p:cNvSpPr/>
            <p:nvPr/>
          </p:nvSpPr>
          <p:spPr>
            <a:xfrm>
              <a:off x="8209294" y="3457832"/>
              <a:ext cx="10411" cy="10472"/>
            </a:xfrm>
            <a:custGeom>
              <a:avLst/>
              <a:gdLst/>
              <a:ahLst/>
              <a:cxnLst/>
              <a:rect l="l" t="t" r="r" b="b"/>
              <a:pathLst>
                <a:path w="340" h="342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9"/>
            <p:cNvSpPr/>
            <p:nvPr/>
          </p:nvSpPr>
          <p:spPr>
            <a:xfrm>
              <a:off x="8226594" y="3457832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9"/>
            <p:cNvSpPr/>
            <p:nvPr/>
          </p:nvSpPr>
          <p:spPr>
            <a:xfrm>
              <a:off x="8032744" y="3638150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0" y="341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9"/>
            <p:cNvSpPr/>
            <p:nvPr/>
          </p:nvSpPr>
          <p:spPr>
            <a:xfrm>
              <a:off x="8032744" y="3655511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0" y="33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9"/>
            <p:cNvSpPr/>
            <p:nvPr/>
          </p:nvSpPr>
          <p:spPr>
            <a:xfrm>
              <a:off x="8032744" y="3672811"/>
              <a:ext cx="10411" cy="23731"/>
            </a:xfrm>
            <a:custGeom>
              <a:avLst/>
              <a:gdLst/>
              <a:ahLst/>
              <a:cxnLst/>
              <a:rect l="l" t="t" r="r" b="b"/>
              <a:pathLst>
                <a:path w="340" h="775" extrusionOk="0">
                  <a:moveTo>
                    <a:pt x="1" y="1"/>
                  </a:moveTo>
                  <a:lnTo>
                    <a:pt x="1" y="774"/>
                  </a:lnTo>
                  <a:lnTo>
                    <a:pt x="340" y="774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9"/>
            <p:cNvSpPr/>
            <p:nvPr/>
          </p:nvSpPr>
          <p:spPr>
            <a:xfrm>
              <a:off x="8068415" y="3675138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42" y="340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9"/>
            <p:cNvSpPr/>
            <p:nvPr/>
          </p:nvSpPr>
          <p:spPr>
            <a:xfrm>
              <a:off x="8068415" y="3657777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1"/>
                  </a:moveTo>
                  <a:lnTo>
                    <a:pt x="1" y="341"/>
                  </a:lnTo>
                  <a:lnTo>
                    <a:pt x="342" y="341"/>
                  </a:lnTo>
                  <a:lnTo>
                    <a:pt x="3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9"/>
            <p:cNvSpPr/>
            <p:nvPr/>
          </p:nvSpPr>
          <p:spPr>
            <a:xfrm>
              <a:off x="8068415" y="3627218"/>
              <a:ext cx="10472" cy="23700"/>
            </a:xfrm>
            <a:custGeom>
              <a:avLst/>
              <a:gdLst/>
              <a:ahLst/>
              <a:cxnLst/>
              <a:rect l="l" t="t" r="r" b="b"/>
              <a:pathLst>
                <a:path w="342" h="774" extrusionOk="0">
                  <a:moveTo>
                    <a:pt x="1" y="0"/>
                  </a:moveTo>
                  <a:lnTo>
                    <a:pt x="1" y="774"/>
                  </a:lnTo>
                  <a:lnTo>
                    <a:pt x="342" y="774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9"/>
            <p:cNvSpPr/>
            <p:nvPr/>
          </p:nvSpPr>
          <p:spPr>
            <a:xfrm>
              <a:off x="8018322" y="3394757"/>
              <a:ext cx="232498" cy="355161"/>
            </a:xfrm>
            <a:custGeom>
              <a:avLst/>
              <a:gdLst/>
              <a:ahLst/>
              <a:cxnLst/>
              <a:rect l="l" t="t" r="r" b="b"/>
              <a:pathLst>
                <a:path w="7593" h="11599" extrusionOk="0">
                  <a:moveTo>
                    <a:pt x="7015" y="3753"/>
                  </a:moveTo>
                  <a:lnTo>
                    <a:pt x="5967" y="4800"/>
                  </a:lnTo>
                  <a:lnTo>
                    <a:pt x="5051" y="4800"/>
                  </a:lnTo>
                  <a:lnTo>
                    <a:pt x="5051" y="3753"/>
                  </a:lnTo>
                  <a:close/>
                  <a:moveTo>
                    <a:pt x="1535" y="6226"/>
                  </a:moveTo>
                  <a:lnTo>
                    <a:pt x="1535" y="7065"/>
                  </a:lnTo>
                  <a:lnTo>
                    <a:pt x="1419" y="7065"/>
                  </a:lnTo>
                  <a:lnTo>
                    <a:pt x="582" y="6226"/>
                  </a:lnTo>
                  <a:close/>
                  <a:moveTo>
                    <a:pt x="3195" y="2870"/>
                  </a:moveTo>
                  <a:lnTo>
                    <a:pt x="4016" y="3689"/>
                  </a:lnTo>
                  <a:lnTo>
                    <a:pt x="4016" y="6145"/>
                  </a:lnTo>
                  <a:lnTo>
                    <a:pt x="3105" y="6145"/>
                  </a:lnTo>
                  <a:lnTo>
                    <a:pt x="3105" y="6485"/>
                  </a:lnTo>
                  <a:lnTo>
                    <a:pt x="3775" y="6485"/>
                  </a:lnTo>
                  <a:lnTo>
                    <a:pt x="3195" y="7065"/>
                  </a:lnTo>
                  <a:lnTo>
                    <a:pt x="1876" y="7065"/>
                  </a:lnTo>
                  <a:lnTo>
                    <a:pt x="1876" y="2870"/>
                  </a:lnTo>
                  <a:close/>
                  <a:moveTo>
                    <a:pt x="5194" y="5139"/>
                  </a:moveTo>
                  <a:lnTo>
                    <a:pt x="5194" y="6146"/>
                  </a:lnTo>
                  <a:lnTo>
                    <a:pt x="4491" y="6146"/>
                  </a:lnTo>
                  <a:lnTo>
                    <a:pt x="4491" y="6487"/>
                  </a:lnTo>
                  <a:lnTo>
                    <a:pt x="4953" y="6487"/>
                  </a:lnTo>
                  <a:lnTo>
                    <a:pt x="4373" y="7067"/>
                  </a:lnTo>
                  <a:lnTo>
                    <a:pt x="3675" y="7067"/>
                  </a:lnTo>
                  <a:lnTo>
                    <a:pt x="4355" y="6387"/>
                  </a:lnTo>
                  <a:lnTo>
                    <a:pt x="4355" y="5139"/>
                  </a:lnTo>
                  <a:close/>
                  <a:moveTo>
                    <a:pt x="341" y="6467"/>
                  </a:moveTo>
                  <a:lnTo>
                    <a:pt x="1180" y="7304"/>
                  </a:lnTo>
                  <a:lnTo>
                    <a:pt x="1180" y="7420"/>
                  </a:lnTo>
                  <a:lnTo>
                    <a:pt x="341" y="7420"/>
                  </a:lnTo>
                  <a:lnTo>
                    <a:pt x="341" y="6467"/>
                  </a:lnTo>
                  <a:close/>
                  <a:moveTo>
                    <a:pt x="1180" y="7759"/>
                  </a:moveTo>
                  <a:lnTo>
                    <a:pt x="1180" y="10076"/>
                  </a:lnTo>
                  <a:lnTo>
                    <a:pt x="341" y="10076"/>
                  </a:lnTo>
                  <a:lnTo>
                    <a:pt x="341" y="7759"/>
                  </a:lnTo>
                  <a:close/>
                  <a:moveTo>
                    <a:pt x="2358" y="7404"/>
                  </a:moveTo>
                  <a:lnTo>
                    <a:pt x="2358" y="10185"/>
                  </a:lnTo>
                  <a:lnTo>
                    <a:pt x="2249" y="10076"/>
                  </a:lnTo>
                  <a:lnTo>
                    <a:pt x="1519" y="10076"/>
                  </a:lnTo>
                  <a:lnTo>
                    <a:pt x="1519" y="7404"/>
                  </a:lnTo>
                  <a:close/>
                  <a:moveTo>
                    <a:pt x="3286" y="10417"/>
                  </a:moveTo>
                  <a:lnTo>
                    <a:pt x="3538" y="10667"/>
                  </a:lnTo>
                  <a:lnTo>
                    <a:pt x="3538" y="11256"/>
                  </a:lnTo>
                  <a:lnTo>
                    <a:pt x="2701" y="11256"/>
                  </a:lnTo>
                  <a:lnTo>
                    <a:pt x="2701" y="10984"/>
                  </a:lnTo>
                  <a:lnTo>
                    <a:pt x="3108" y="10984"/>
                  </a:lnTo>
                  <a:lnTo>
                    <a:pt x="3108" y="10645"/>
                  </a:lnTo>
                  <a:lnTo>
                    <a:pt x="2701" y="10645"/>
                  </a:lnTo>
                  <a:lnTo>
                    <a:pt x="2701" y="10529"/>
                  </a:lnTo>
                  <a:lnTo>
                    <a:pt x="2612" y="10441"/>
                  </a:lnTo>
                  <a:lnTo>
                    <a:pt x="2588" y="10419"/>
                  </a:lnTo>
                  <a:lnTo>
                    <a:pt x="3286" y="10419"/>
                  </a:lnTo>
                  <a:lnTo>
                    <a:pt x="3286" y="10417"/>
                  </a:lnTo>
                  <a:close/>
                  <a:moveTo>
                    <a:pt x="164" y="0"/>
                  </a:moveTo>
                  <a:lnTo>
                    <a:pt x="164" y="3512"/>
                  </a:lnTo>
                  <a:lnTo>
                    <a:pt x="1010" y="4360"/>
                  </a:lnTo>
                  <a:lnTo>
                    <a:pt x="1534" y="4360"/>
                  </a:lnTo>
                  <a:lnTo>
                    <a:pt x="1534" y="5885"/>
                  </a:lnTo>
                  <a:lnTo>
                    <a:pt x="1" y="5885"/>
                  </a:lnTo>
                  <a:lnTo>
                    <a:pt x="1" y="11597"/>
                  </a:lnTo>
                  <a:lnTo>
                    <a:pt x="537" y="11597"/>
                  </a:lnTo>
                  <a:lnTo>
                    <a:pt x="537" y="11256"/>
                  </a:lnTo>
                  <a:lnTo>
                    <a:pt x="340" y="11256"/>
                  </a:lnTo>
                  <a:lnTo>
                    <a:pt x="340" y="10984"/>
                  </a:lnTo>
                  <a:lnTo>
                    <a:pt x="1805" y="10984"/>
                  </a:lnTo>
                  <a:lnTo>
                    <a:pt x="1805" y="10645"/>
                  </a:lnTo>
                  <a:lnTo>
                    <a:pt x="340" y="10645"/>
                  </a:lnTo>
                  <a:lnTo>
                    <a:pt x="340" y="10419"/>
                  </a:lnTo>
                  <a:lnTo>
                    <a:pt x="2106" y="10419"/>
                  </a:lnTo>
                  <a:lnTo>
                    <a:pt x="2358" y="10669"/>
                  </a:lnTo>
                  <a:lnTo>
                    <a:pt x="2358" y="11258"/>
                  </a:lnTo>
                  <a:lnTo>
                    <a:pt x="876" y="11258"/>
                  </a:lnTo>
                  <a:lnTo>
                    <a:pt x="876" y="11598"/>
                  </a:lnTo>
                  <a:lnTo>
                    <a:pt x="3875" y="11598"/>
                  </a:lnTo>
                  <a:lnTo>
                    <a:pt x="3875" y="10529"/>
                  </a:lnTo>
                  <a:lnTo>
                    <a:pt x="3425" y="10078"/>
                  </a:lnTo>
                  <a:lnTo>
                    <a:pt x="2695" y="10078"/>
                  </a:lnTo>
                  <a:lnTo>
                    <a:pt x="2695" y="7406"/>
                  </a:lnTo>
                  <a:lnTo>
                    <a:pt x="4512" y="7406"/>
                  </a:lnTo>
                  <a:lnTo>
                    <a:pt x="5531" y="6387"/>
                  </a:lnTo>
                  <a:lnTo>
                    <a:pt x="5531" y="5139"/>
                  </a:lnTo>
                  <a:lnTo>
                    <a:pt x="6107" y="5139"/>
                  </a:lnTo>
                  <a:lnTo>
                    <a:pt x="7593" y="3653"/>
                  </a:lnTo>
                  <a:lnTo>
                    <a:pt x="7593" y="1223"/>
                  </a:lnTo>
                  <a:lnTo>
                    <a:pt x="6980" y="609"/>
                  </a:lnTo>
                  <a:lnTo>
                    <a:pt x="6741" y="850"/>
                  </a:lnTo>
                  <a:lnTo>
                    <a:pt x="7015" y="1124"/>
                  </a:lnTo>
                  <a:lnTo>
                    <a:pt x="5938" y="1124"/>
                  </a:lnTo>
                  <a:lnTo>
                    <a:pt x="5938" y="1463"/>
                  </a:lnTo>
                  <a:lnTo>
                    <a:pt x="7252" y="1463"/>
                  </a:lnTo>
                  <a:lnTo>
                    <a:pt x="7252" y="2617"/>
                  </a:lnTo>
                  <a:lnTo>
                    <a:pt x="5049" y="2617"/>
                  </a:lnTo>
                  <a:lnTo>
                    <a:pt x="5049" y="1463"/>
                  </a:lnTo>
                  <a:lnTo>
                    <a:pt x="5600" y="1463"/>
                  </a:lnTo>
                  <a:lnTo>
                    <a:pt x="5600" y="1124"/>
                  </a:lnTo>
                  <a:lnTo>
                    <a:pt x="4708" y="1124"/>
                  </a:lnTo>
                  <a:lnTo>
                    <a:pt x="4708" y="2956"/>
                  </a:lnTo>
                  <a:lnTo>
                    <a:pt x="7252" y="2956"/>
                  </a:lnTo>
                  <a:lnTo>
                    <a:pt x="7252" y="3412"/>
                  </a:lnTo>
                  <a:lnTo>
                    <a:pt x="4708" y="3412"/>
                  </a:lnTo>
                  <a:lnTo>
                    <a:pt x="4708" y="4798"/>
                  </a:lnTo>
                  <a:lnTo>
                    <a:pt x="4353" y="4798"/>
                  </a:lnTo>
                  <a:lnTo>
                    <a:pt x="4353" y="339"/>
                  </a:lnTo>
                  <a:lnTo>
                    <a:pt x="6228" y="339"/>
                  </a:lnTo>
                  <a:lnTo>
                    <a:pt x="6498" y="609"/>
                  </a:lnTo>
                  <a:lnTo>
                    <a:pt x="6738" y="368"/>
                  </a:lnTo>
                  <a:lnTo>
                    <a:pt x="6370" y="0"/>
                  </a:lnTo>
                  <a:lnTo>
                    <a:pt x="2894" y="0"/>
                  </a:lnTo>
                  <a:lnTo>
                    <a:pt x="2894" y="339"/>
                  </a:lnTo>
                  <a:lnTo>
                    <a:pt x="4014" y="339"/>
                  </a:lnTo>
                  <a:lnTo>
                    <a:pt x="4014" y="3211"/>
                  </a:lnTo>
                  <a:lnTo>
                    <a:pt x="3335" y="2532"/>
                  </a:lnTo>
                  <a:lnTo>
                    <a:pt x="1534" y="2532"/>
                  </a:lnTo>
                  <a:lnTo>
                    <a:pt x="1534" y="4019"/>
                  </a:lnTo>
                  <a:lnTo>
                    <a:pt x="1151" y="4019"/>
                  </a:lnTo>
                  <a:lnTo>
                    <a:pt x="744" y="3611"/>
                  </a:lnTo>
                  <a:lnTo>
                    <a:pt x="1206" y="3611"/>
                  </a:lnTo>
                  <a:lnTo>
                    <a:pt x="1206" y="3273"/>
                  </a:lnTo>
                  <a:lnTo>
                    <a:pt x="503" y="3273"/>
                  </a:lnTo>
                  <a:lnTo>
                    <a:pt x="503" y="2956"/>
                  </a:lnTo>
                  <a:lnTo>
                    <a:pt x="1206" y="2956"/>
                  </a:lnTo>
                  <a:lnTo>
                    <a:pt x="1206" y="2615"/>
                  </a:lnTo>
                  <a:lnTo>
                    <a:pt x="503" y="2615"/>
                  </a:lnTo>
                  <a:lnTo>
                    <a:pt x="503" y="2298"/>
                  </a:lnTo>
                  <a:lnTo>
                    <a:pt x="1206" y="2298"/>
                  </a:lnTo>
                  <a:lnTo>
                    <a:pt x="1206" y="1959"/>
                  </a:lnTo>
                  <a:lnTo>
                    <a:pt x="503" y="1959"/>
                  </a:lnTo>
                  <a:lnTo>
                    <a:pt x="503" y="339"/>
                  </a:lnTo>
                  <a:lnTo>
                    <a:pt x="2557" y="339"/>
                  </a:lnTo>
                  <a:lnTo>
                    <a:pt x="255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9"/>
            <p:cNvSpPr/>
            <p:nvPr/>
          </p:nvSpPr>
          <p:spPr>
            <a:xfrm>
              <a:off x="8158405" y="3556212"/>
              <a:ext cx="10411" cy="19934"/>
            </a:xfrm>
            <a:custGeom>
              <a:avLst/>
              <a:gdLst/>
              <a:ahLst/>
              <a:cxnLst/>
              <a:rect l="l" t="t" r="r" b="b"/>
              <a:pathLst>
                <a:path w="340" h="651" extrusionOk="0">
                  <a:moveTo>
                    <a:pt x="1" y="0"/>
                  </a:moveTo>
                  <a:lnTo>
                    <a:pt x="1" y="650"/>
                  </a:lnTo>
                  <a:lnTo>
                    <a:pt x="340" y="650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9"/>
            <p:cNvSpPr/>
            <p:nvPr/>
          </p:nvSpPr>
          <p:spPr>
            <a:xfrm>
              <a:off x="8181278" y="3514692"/>
              <a:ext cx="25445" cy="10472"/>
            </a:xfrm>
            <a:custGeom>
              <a:avLst/>
              <a:gdLst/>
              <a:ahLst/>
              <a:cxnLst/>
              <a:rect l="l" t="t" r="r" b="b"/>
              <a:pathLst>
                <a:path w="831" h="342" extrusionOk="0">
                  <a:moveTo>
                    <a:pt x="0" y="1"/>
                  </a:moveTo>
                  <a:lnTo>
                    <a:pt x="0" y="341"/>
                  </a:lnTo>
                  <a:lnTo>
                    <a:pt x="830" y="341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C052F413-BC46-EDB5-E2C3-DB0BFC762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SpaceObjectController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54BCA4DB-9F41-E006-8DF4-2BB18ECB0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>
            <a:extLst>
              <a:ext uri="{FF2B5EF4-FFF2-40B4-BE49-F238E27FC236}">
                <a16:creationId xmlns:a16="http://schemas.microsoft.com/office/drawing/2014/main" id="{806B4827-E548-B58A-F212-DAD66523AD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Автентикация и </a:t>
            </a:r>
            <a:r>
              <a:rPr lang="en-US" dirty="0"/>
              <a:t>Identity</a:t>
            </a:r>
            <a:endParaRPr dirty="0"/>
          </a:p>
        </p:txBody>
      </p:sp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C29A5B5D-9A10-80FA-BDBA-B52007A09D2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9599" y="579863"/>
            <a:ext cx="2066693" cy="18213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0</a:t>
            </a:r>
            <a:r>
              <a:rPr lang="en-US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99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9"/>
          <p:cNvSpPr txBox="1">
            <a:spLocks noGrp="1"/>
          </p:cNvSpPr>
          <p:nvPr>
            <p:ph type="title"/>
          </p:nvPr>
        </p:nvSpPr>
        <p:spPr>
          <a:xfrm>
            <a:off x="1256400" y="1492013"/>
            <a:ext cx="6631200" cy="11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Автентикация и </a:t>
            </a:r>
            <a:r>
              <a:rPr lang="en-US" dirty="0"/>
              <a:t>Identity</a:t>
            </a:r>
            <a:endParaRPr dirty="0"/>
          </a:p>
        </p:txBody>
      </p:sp>
      <p:sp>
        <p:nvSpPr>
          <p:cNvPr id="234" name="Google Shape;234;p39"/>
          <p:cNvSpPr txBox="1">
            <a:spLocks noGrp="1"/>
          </p:cNvSpPr>
          <p:nvPr>
            <p:ph type="subTitle" idx="1"/>
          </p:nvPr>
        </p:nvSpPr>
        <p:spPr>
          <a:xfrm>
            <a:off x="0" y="3315013"/>
            <a:ext cx="9144000" cy="11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 err="1"/>
              <a:t>Реализирани</a:t>
            </a:r>
            <a:r>
              <a:rPr lang="ru-RU" b="1" dirty="0"/>
              <a:t> </a:t>
            </a:r>
            <a:r>
              <a:rPr lang="ru-RU" b="1" dirty="0" err="1"/>
              <a:t>функционалности</a:t>
            </a:r>
            <a:endParaRPr lang="ru-RU" b="1" dirty="0"/>
          </a:p>
          <a:p>
            <a:r>
              <a:rPr lang="ru-RU" dirty="0"/>
              <a:t>Регистрация на </a:t>
            </a:r>
            <a:r>
              <a:rPr lang="ru-RU" dirty="0" err="1"/>
              <a:t>потребител</a:t>
            </a:r>
            <a:r>
              <a:rPr lang="en-US" dirty="0"/>
              <a:t>; </a:t>
            </a:r>
            <a:r>
              <a:rPr lang="ru-RU" dirty="0"/>
              <a:t>Вход (</a:t>
            </a:r>
            <a:r>
              <a:rPr lang="ru-RU" dirty="0" err="1"/>
              <a:t>Login</a:t>
            </a:r>
            <a:r>
              <a:rPr lang="ru-RU" dirty="0"/>
              <a:t>)</a:t>
            </a:r>
            <a:r>
              <a:rPr lang="en-US" dirty="0"/>
              <a:t>; </a:t>
            </a:r>
            <a:r>
              <a:rPr lang="ru-RU" dirty="0" err="1"/>
              <a:t>Изход</a:t>
            </a:r>
            <a:r>
              <a:rPr lang="ru-RU" dirty="0"/>
              <a:t> (</a:t>
            </a:r>
            <a:r>
              <a:rPr lang="ru-RU" dirty="0" err="1"/>
              <a:t>Logout</a:t>
            </a:r>
            <a:r>
              <a:rPr lang="ru-RU" dirty="0"/>
              <a:t>)</a:t>
            </a:r>
          </a:p>
          <a:p>
            <a:r>
              <a:rPr lang="ru-RU" b="1" dirty="0" err="1"/>
              <a:t>Сигурност</a:t>
            </a:r>
            <a:endParaRPr lang="ru-RU" b="1" dirty="0"/>
          </a:p>
          <a:p>
            <a:r>
              <a:rPr lang="ru-RU" dirty="0"/>
              <a:t>ASP.NET </a:t>
            </a:r>
            <a:r>
              <a:rPr lang="ru-RU" dirty="0" err="1"/>
              <a:t>Identity</a:t>
            </a:r>
            <a:r>
              <a:rPr lang="en-US" dirty="0"/>
              <a:t>; </a:t>
            </a:r>
            <a:r>
              <a:rPr lang="ru-RU" dirty="0" err="1"/>
              <a:t>Достъп</a:t>
            </a:r>
            <a:r>
              <a:rPr lang="ru-RU" dirty="0"/>
              <a:t> само за </a:t>
            </a:r>
            <a:r>
              <a:rPr lang="ru-RU" dirty="0" err="1"/>
              <a:t>автентикирани</a:t>
            </a:r>
            <a:r>
              <a:rPr lang="ru-RU" dirty="0"/>
              <a:t> потребители</a:t>
            </a:r>
            <a:r>
              <a:rPr lang="en-US" dirty="0"/>
              <a:t>; </a:t>
            </a:r>
            <a:r>
              <a:rPr lang="ru-RU" dirty="0" err="1"/>
              <a:t>Защитени</a:t>
            </a:r>
            <a:r>
              <a:rPr lang="ru-RU" dirty="0"/>
              <a:t> действия (</a:t>
            </a:r>
            <a:r>
              <a:rPr lang="ru-RU" dirty="0" err="1"/>
              <a:t>създаване</a:t>
            </a:r>
            <a:r>
              <a:rPr lang="ru-RU" dirty="0"/>
              <a:t>/</a:t>
            </a:r>
            <a:r>
              <a:rPr lang="ru-RU" dirty="0" err="1"/>
              <a:t>редактиране</a:t>
            </a:r>
            <a:r>
              <a:rPr lang="ru-RU" dirty="0"/>
              <a:t>/</a:t>
            </a:r>
            <a:r>
              <a:rPr lang="ru-RU" dirty="0" err="1"/>
              <a:t>изтриване</a:t>
            </a:r>
            <a:r>
              <a:rPr lang="ru-RU" dirty="0"/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454E1D1A-A5A4-97ED-9B84-4D936F4F4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>
            <a:extLst>
              <a:ext uri="{FF2B5EF4-FFF2-40B4-BE49-F238E27FC236}">
                <a16:creationId xmlns:a16="http://schemas.microsoft.com/office/drawing/2014/main" id="{E57528F6-E9F3-681C-6D2D-60845386C9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2612759"/>
            <a:ext cx="4360200" cy="15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Допълнения</a:t>
            </a:r>
            <a:endParaRPr dirty="0"/>
          </a:p>
        </p:txBody>
      </p:sp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B28D6C30-C62B-001F-1103-D9B4CBFEF4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609599" y="579863"/>
            <a:ext cx="2066693" cy="18213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0</a:t>
            </a:r>
            <a:r>
              <a:rPr lang="en-US" dirty="0"/>
              <a:t>7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62676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5"/>
          <p:cNvSpPr txBox="1">
            <a:spLocks noGrp="1"/>
          </p:cNvSpPr>
          <p:nvPr>
            <p:ph type="title" idx="2"/>
          </p:nvPr>
        </p:nvSpPr>
        <p:spPr>
          <a:xfrm>
            <a:off x="1167576" y="188976"/>
            <a:ext cx="2741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Конфигурация на базата данни</a:t>
            </a:r>
            <a:endParaRPr dirty="0"/>
          </a:p>
        </p:txBody>
      </p:sp>
      <p:sp>
        <p:nvSpPr>
          <p:cNvPr id="526" name="Google Shape;526;p45"/>
          <p:cNvSpPr txBox="1">
            <a:spLocks noGrp="1"/>
          </p:cNvSpPr>
          <p:nvPr>
            <p:ph type="subTitle" idx="1"/>
          </p:nvPr>
        </p:nvSpPr>
        <p:spPr>
          <a:xfrm>
            <a:off x="1097238" y="931396"/>
            <a:ext cx="2741700" cy="10974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 err="1"/>
              <a:t>Функционалности</a:t>
            </a:r>
            <a:endParaRPr lang="ru-RU" b="1" dirty="0"/>
          </a:p>
          <a:p>
            <a:r>
              <a:rPr lang="ru-RU" dirty="0" err="1"/>
              <a:t>DbSet</a:t>
            </a:r>
            <a:r>
              <a:rPr lang="ru-RU" dirty="0"/>
              <a:t> за </a:t>
            </a:r>
            <a:r>
              <a:rPr lang="ru-RU" dirty="0" err="1"/>
              <a:t>всички</a:t>
            </a:r>
            <a:r>
              <a:rPr lang="ru-RU" dirty="0"/>
              <a:t> </a:t>
            </a:r>
            <a:r>
              <a:rPr lang="ru-RU" dirty="0" err="1"/>
              <a:t>ентитети</a:t>
            </a:r>
            <a:endParaRPr lang="ru-RU" dirty="0"/>
          </a:p>
          <a:p>
            <a:r>
              <a:rPr lang="ru-RU" dirty="0" err="1"/>
              <a:t>Поддръжка</a:t>
            </a:r>
            <a:r>
              <a:rPr lang="ru-RU" dirty="0"/>
              <a:t> на миграции</a:t>
            </a:r>
          </a:p>
          <a:p>
            <a:r>
              <a:rPr lang="ru-RU" dirty="0" err="1"/>
              <a:t>SeedData</a:t>
            </a:r>
            <a:r>
              <a:rPr lang="ru-RU" dirty="0"/>
              <a:t> за </a:t>
            </a:r>
            <a:r>
              <a:rPr lang="ru-RU" dirty="0" err="1"/>
              <a:t>начални</a:t>
            </a:r>
            <a:r>
              <a:rPr lang="ru-RU" dirty="0"/>
              <a:t> </a:t>
            </a:r>
            <a:r>
              <a:rPr lang="ru-RU" dirty="0" err="1"/>
              <a:t>данни</a:t>
            </a:r>
            <a:endParaRPr lang="ru-RU" dirty="0"/>
          </a:p>
        </p:txBody>
      </p:sp>
      <p:sp>
        <p:nvSpPr>
          <p:cNvPr id="527" name="Google Shape;527;p45"/>
          <p:cNvSpPr txBox="1">
            <a:spLocks noGrp="1"/>
          </p:cNvSpPr>
          <p:nvPr>
            <p:ph type="title" idx="3"/>
          </p:nvPr>
        </p:nvSpPr>
        <p:spPr>
          <a:xfrm>
            <a:off x="1063405" y="1924919"/>
            <a:ext cx="2741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Предизвикателства и решения</a:t>
            </a:r>
            <a:endParaRPr dirty="0"/>
          </a:p>
        </p:txBody>
      </p:sp>
      <p:sp>
        <p:nvSpPr>
          <p:cNvPr id="528" name="Google Shape;528;p45"/>
          <p:cNvSpPr txBox="1">
            <a:spLocks noGrp="1"/>
          </p:cNvSpPr>
          <p:nvPr>
            <p:ph type="subTitle" idx="4"/>
          </p:nvPr>
        </p:nvSpPr>
        <p:spPr>
          <a:xfrm>
            <a:off x="1026930" y="2571750"/>
            <a:ext cx="2741700" cy="54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b="1" dirty="0" err="1"/>
              <a:t>Предизвикателства</a:t>
            </a:r>
            <a:endParaRPr lang="ru-RU" b="1" dirty="0"/>
          </a:p>
          <a:p>
            <a:r>
              <a:rPr lang="ru-RU" dirty="0" err="1"/>
              <a:t>Конфигуриране</a:t>
            </a:r>
            <a:r>
              <a:rPr lang="ru-RU" dirty="0"/>
              <a:t> на </a:t>
            </a:r>
            <a:r>
              <a:rPr lang="ru-RU" dirty="0" err="1"/>
              <a:t>Many-to-Many</a:t>
            </a:r>
            <a:r>
              <a:rPr lang="ru-RU" dirty="0"/>
              <a:t> </a:t>
            </a:r>
            <a:r>
              <a:rPr lang="ru-RU" dirty="0" err="1"/>
              <a:t>връзки</a:t>
            </a:r>
            <a:endParaRPr lang="ru-RU" dirty="0"/>
          </a:p>
          <a:p>
            <a:r>
              <a:rPr lang="ru-RU" dirty="0"/>
              <a:t>Управление на миграции</a:t>
            </a:r>
          </a:p>
          <a:p>
            <a:r>
              <a:rPr lang="ru-RU" dirty="0"/>
              <a:t>Интеграция на </a:t>
            </a:r>
            <a:r>
              <a:rPr lang="ru-RU" dirty="0" err="1"/>
              <a:t>Identity</a:t>
            </a:r>
            <a:endParaRPr lang="ru-RU" dirty="0"/>
          </a:p>
          <a:p>
            <a:r>
              <a:rPr lang="ru-RU" b="1" dirty="0"/>
              <a:t>Решения</a:t>
            </a:r>
          </a:p>
          <a:p>
            <a:r>
              <a:rPr lang="ru-RU" dirty="0" err="1"/>
              <a:t>Fluent</a:t>
            </a:r>
            <a:r>
              <a:rPr lang="ru-RU" dirty="0"/>
              <a:t> API конфигурация</a:t>
            </a:r>
          </a:p>
          <a:p>
            <a:r>
              <a:rPr lang="ru-RU" dirty="0" err="1"/>
              <a:t>Правилно</a:t>
            </a:r>
            <a:r>
              <a:rPr lang="ru-RU" dirty="0"/>
              <a:t> управление на миграции</a:t>
            </a:r>
          </a:p>
          <a:p>
            <a:r>
              <a:rPr lang="ru-RU" dirty="0" err="1"/>
              <a:t>Вградена</a:t>
            </a:r>
            <a:r>
              <a:rPr lang="ru-RU" dirty="0"/>
              <a:t> система ASP.NET Core </a:t>
            </a:r>
            <a:r>
              <a:rPr lang="ru-RU" dirty="0" err="1"/>
              <a:t>Identity</a:t>
            </a:r>
            <a:endParaRPr lang="ru-RU" dirty="0"/>
          </a:p>
        </p:txBody>
      </p:sp>
      <p:sp>
        <p:nvSpPr>
          <p:cNvPr id="529" name="Google Shape;529;p45"/>
          <p:cNvSpPr txBox="1">
            <a:spLocks noGrp="1"/>
          </p:cNvSpPr>
          <p:nvPr>
            <p:ph type="title" idx="5"/>
          </p:nvPr>
        </p:nvSpPr>
        <p:spPr>
          <a:xfrm>
            <a:off x="5375370" y="3104407"/>
            <a:ext cx="2741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/>
            <a:r>
              <a:rPr lang="bg-BG" dirty="0"/>
              <a:t>Начални данни</a:t>
            </a:r>
            <a:endParaRPr dirty="0"/>
          </a:p>
        </p:txBody>
      </p:sp>
      <p:sp>
        <p:nvSpPr>
          <p:cNvPr id="530" name="Google Shape;530;p45"/>
          <p:cNvSpPr txBox="1">
            <a:spLocks noGrp="1"/>
          </p:cNvSpPr>
          <p:nvPr>
            <p:ph type="subTitle" idx="6"/>
          </p:nvPr>
        </p:nvSpPr>
        <p:spPr>
          <a:xfrm>
            <a:off x="5375370" y="3462351"/>
            <a:ext cx="27417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/>
              <a:t>Предварително</a:t>
            </a:r>
            <a:r>
              <a:rPr lang="ru-RU" b="1" dirty="0"/>
              <a:t> </a:t>
            </a:r>
            <a:r>
              <a:rPr lang="ru-RU" b="1" dirty="0" err="1"/>
              <a:t>попълване</a:t>
            </a:r>
            <a:r>
              <a:rPr lang="ru-RU" b="1" dirty="0"/>
              <a:t> на </a:t>
            </a:r>
            <a:r>
              <a:rPr lang="ru-RU" b="1" dirty="0" err="1"/>
              <a:t>базата</a:t>
            </a:r>
            <a:r>
              <a:rPr lang="ru-RU" b="1" dirty="0"/>
              <a:t> </a:t>
            </a:r>
            <a:r>
              <a:rPr lang="ru-RU" b="1" dirty="0" err="1"/>
              <a:t>данниДобавяне</a:t>
            </a:r>
            <a:r>
              <a:rPr lang="ru-RU" b="1" dirty="0"/>
              <a:t> на категории по </a:t>
            </a:r>
            <a:r>
              <a:rPr lang="ru-RU" b="1" dirty="0" err="1"/>
              <a:t>подразбиранеПримерни</a:t>
            </a:r>
            <a:r>
              <a:rPr lang="ru-RU" b="1" dirty="0"/>
              <a:t> космически </a:t>
            </a:r>
            <a:r>
              <a:rPr lang="ru-RU" b="1" dirty="0" err="1"/>
              <a:t>обектиПо</a:t>
            </a:r>
            <a:r>
              <a:rPr lang="ru-RU" b="1" dirty="0"/>
              <a:t>-добра демонстрация на проекта</a:t>
            </a:r>
            <a:endParaRPr b="1" dirty="0"/>
          </a:p>
        </p:txBody>
      </p:sp>
      <p:sp>
        <p:nvSpPr>
          <p:cNvPr id="533" name="Google Shape;533;p45"/>
          <p:cNvSpPr txBox="1">
            <a:spLocks noGrp="1"/>
          </p:cNvSpPr>
          <p:nvPr>
            <p:ph type="title" idx="9"/>
          </p:nvPr>
        </p:nvSpPr>
        <p:spPr>
          <a:xfrm>
            <a:off x="5305064" y="188976"/>
            <a:ext cx="27417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Основни функционалности</a:t>
            </a:r>
            <a:endParaRPr dirty="0"/>
          </a:p>
        </p:txBody>
      </p:sp>
      <p:sp>
        <p:nvSpPr>
          <p:cNvPr id="534" name="Google Shape;534;p45"/>
          <p:cNvSpPr txBox="1">
            <a:spLocks noGrp="1"/>
          </p:cNvSpPr>
          <p:nvPr>
            <p:ph type="subTitle" idx="13"/>
          </p:nvPr>
        </p:nvSpPr>
        <p:spPr>
          <a:xfrm>
            <a:off x="5375370" y="905094"/>
            <a:ext cx="2741700" cy="6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/>
              <a:t>Създаване</a:t>
            </a:r>
            <a:r>
              <a:rPr lang="ru-RU" b="1" dirty="0"/>
              <a:t> на нови космически </a:t>
            </a:r>
            <a:r>
              <a:rPr lang="ru-RU" b="1" dirty="0" err="1"/>
              <a:t>обектиРедактиране</a:t>
            </a:r>
            <a:r>
              <a:rPr lang="ru-RU" b="1" dirty="0"/>
              <a:t> на </a:t>
            </a:r>
            <a:r>
              <a:rPr lang="ru-RU" b="1" dirty="0" err="1"/>
              <a:t>съществуващи</a:t>
            </a:r>
            <a:r>
              <a:rPr lang="ru-RU" b="1" dirty="0"/>
              <a:t> </a:t>
            </a:r>
            <a:r>
              <a:rPr lang="ru-RU" b="1" dirty="0" err="1"/>
              <a:t>записиИзтриване</a:t>
            </a:r>
            <a:r>
              <a:rPr lang="ru-RU" b="1" dirty="0"/>
              <a:t> на </a:t>
            </a:r>
            <a:r>
              <a:rPr lang="ru-RU" b="1" dirty="0" err="1"/>
              <a:t>обектиПреглед</a:t>
            </a:r>
            <a:r>
              <a:rPr lang="ru-RU" b="1" dirty="0"/>
              <a:t> по </a:t>
            </a:r>
            <a:r>
              <a:rPr lang="ru-RU" b="1" dirty="0" err="1"/>
              <a:t>категорииСвързване</a:t>
            </a:r>
            <a:r>
              <a:rPr lang="ru-RU" b="1" dirty="0"/>
              <a:t> с </a:t>
            </a:r>
            <a:r>
              <a:rPr lang="ru-RU" b="1" dirty="0" err="1"/>
              <a:t>основателиЗащитен</a:t>
            </a:r>
            <a:r>
              <a:rPr lang="ru-RU" b="1" dirty="0"/>
              <a:t> </a:t>
            </a:r>
            <a:r>
              <a:rPr lang="ru-RU" b="1" dirty="0" err="1"/>
              <a:t>потребителски</a:t>
            </a:r>
            <a:r>
              <a:rPr lang="ru-RU" b="1" dirty="0"/>
              <a:t> </a:t>
            </a:r>
            <a:r>
              <a:rPr lang="ru-RU" b="1" dirty="0" err="1"/>
              <a:t>достъп</a:t>
            </a:r>
            <a:endParaRPr b="1" dirty="0"/>
          </a:p>
        </p:txBody>
      </p:sp>
      <p:sp>
        <p:nvSpPr>
          <p:cNvPr id="537" name="Google Shape;537;p45"/>
          <p:cNvSpPr/>
          <p:nvPr/>
        </p:nvSpPr>
        <p:spPr>
          <a:xfrm>
            <a:off x="8252776" y="3104407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45"/>
          <p:cNvSpPr/>
          <p:nvPr/>
        </p:nvSpPr>
        <p:spPr>
          <a:xfrm>
            <a:off x="207032" y="293849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45"/>
          <p:cNvSpPr/>
          <p:nvPr/>
        </p:nvSpPr>
        <p:spPr>
          <a:xfrm>
            <a:off x="102861" y="2137793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45"/>
          <p:cNvSpPr/>
          <p:nvPr/>
        </p:nvSpPr>
        <p:spPr>
          <a:xfrm>
            <a:off x="8252776" y="293849"/>
            <a:ext cx="754500" cy="75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3" name="Google Shape;543;p45"/>
          <p:cNvGrpSpPr/>
          <p:nvPr/>
        </p:nvGrpSpPr>
        <p:grpSpPr>
          <a:xfrm>
            <a:off x="8459131" y="493524"/>
            <a:ext cx="249155" cy="355131"/>
            <a:chOff x="7218243" y="2081861"/>
            <a:chExt cx="249155" cy="355131"/>
          </a:xfrm>
        </p:grpSpPr>
        <p:sp>
          <p:nvSpPr>
            <p:cNvPr id="544" name="Google Shape;544;p45"/>
            <p:cNvSpPr/>
            <p:nvPr/>
          </p:nvSpPr>
          <p:spPr>
            <a:xfrm>
              <a:off x="7293750" y="2095028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0" y="341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5"/>
            <p:cNvSpPr/>
            <p:nvPr/>
          </p:nvSpPr>
          <p:spPr>
            <a:xfrm>
              <a:off x="7259089" y="2095028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5"/>
            <p:cNvSpPr/>
            <p:nvPr/>
          </p:nvSpPr>
          <p:spPr>
            <a:xfrm>
              <a:off x="7276389" y="2095028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5"/>
            <p:cNvSpPr/>
            <p:nvPr/>
          </p:nvSpPr>
          <p:spPr>
            <a:xfrm>
              <a:off x="7285666" y="2130454"/>
              <a:ext cx="10441" cy="10472"/>
            </a:xfrm>
            <a:custGeom>
              <a:avLst/>
              <a:gdLst/>
              <a:ahLst/>
              <a:cxnLst/>
              <a:rect l="l" t="t" r="r" b="b"/>
              <a:pathLst>
                <a:path w="341" h="342" extrusionOk="0">
                  <a:moveTo>
                    <a:pt x="0" y="1"/>
                  </a:moveTo>
                  <a:lnTo>
                    <a:pt x="0" y="342"/>
                  </a:lnTo>
                  <a:lnTo>
                    <a:pt x="341" y="342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5"/>
            <p:cNvSpPr/>
            <p:nvPr/>
          </p:nvSpPr>
          <p:spPr>
            <a:xfrm>
              <a:off x="7285666" y="2165146"/>
              <a:ext cx="10441" cy="10472"/>
            </a:xfrm>
            <a:custGeom>
              <a:avLst/>
              <a:gdLst/>
              <a:ahLst/>
              <a:cxnLst/>
              <a:rect l="l" t="t" r="r" b="b"/>
              <a:pathLst>
                <a:path w="341" h="342" extrusionOk="0">
                  <a:moveTo>
                    <a:pt x="0" y="0"/>
                  </a:moveTo>
                  <a:lnTo>
                    <a:pt x="0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5"/>
            <p:cNvSpPr/>
            <p:nvPr/>
          </p:nvSpPr>
          <p:spPr>
            <a:xfrm>
              <a:off x="7285666" y="2147846"/>
              <a:ext cx="10441" cy="10380"/>
            </a:xfrm>
            <a:custGeom>
              <a:avLst/>
              <a:gdLst/>
              <a:ahLst/>
              <a:cxnLst/>
              <a:rect l="l" t="t" r="r" b="b"/>
              <a:pathLst>
                <a:path w="341" h="339" extrusionOk="0">
                  <a:moveTo>
                    <a:pt x="0" y="0"/>
                  </a:moveTo>
                  <a:lnTo>
                    <a:pt x="0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5"/>
            <p:cNvSpPr/>
            <p:nvPr/>
          </p:nvSpPr>
          <p:spPr>
            <a:xfrm>
              <a:off x="7388700" y="2289307"/>
              <a:ext cx="10380" cy="10411"/>
            </a:xfrm>
            <a:custGeom>
              <a:avLst/>
              <a:gdLst/>
              <a:ahLst/>
              <a:cxnLst/>
              <a:rect l="l" t="t" r="r" b="b"/>
              <a:pathLst>
                <a:path w="339" h="340" extrusionOk="0">
                  <a:moveTo>
                    <a:pt x="0" y="0"/>
                  </a:moveTo>
                  <a:lnTo>
                    <a:pt x="0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5"/>
            <p:cNvSpPr/>
            <p:nvPr/>
          </p:nvSpPr>
          <p:spPr>
            <a:xfrm>
              <a:off x="7388700" y="2323968"/>
              <a:ext cx="10380" cy="10411"/>
            </a:xfrm>
            <a:custGeom>
              <a:avLst/>
              <a:gdLst/>
              <a:ahLst/>
              <a:cxnLst/>
              <a:rect l="l" t="t" r="r" b="b"/>
              <a:pathLst>
                <a:path w="339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39" y="340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5"/>
            <p:cNvSpPr/>
            <p:nvPr/>
          </p:nvSpPr>
          <p:spPr>
            <a:xfrm>
              <a:off x="7388700" y="2306607"/>
              <a:ext cx="10380" cy="10472"/>
            </a:xfrm>
            <a:custGeom>
              <a:avLst/>
              <a:gdLst/>
              <a:ahLst/>
              <a:cxnLst/>
              <a:rect l="l" t="t" r="r" b="b"/>
              <a:pathLst>
                <a:path w="339" h="342" extrusionOk="0">
                  <a:moveTo>
                    <a:pt x="0" y="1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5"/>
            <p:cNvSpPr/>
            <p:nvPr/>
          </p:nvSpPr>
          <p:spPr>
            <a:xfrm>
              <a:off x="7346905" y="2204155"/>
              <a:ext cx="10472" cy="10380"/>
            </a:xfrm>
            <a:custGeom>
              <a:avLst/>
              <a:gdLst/>
              <a:ahLst/>
              <a:cxnLst/>
              <a:rect l="l" t="t" r="r" b="b"/>
              <a:pathLst>
                <a:path w="342" h="339" extrusionOk="0">
                  <a:moveTo>
                    <a:pt x="1" y="0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45"/>
            <p:cNvSpPr/>
            <p:nvPr/>
          </p:nvSpPr>
          <p:spPr>
            <a:xfrm>
              <a:off x="7364266" y="2204155"/>
              <a:ext cx="10411" cy="10380"/>
            </a:xfrm>
            <a:custGeom>
              <a:avLst/>
              <a:gdLst/>
              <a:ahLst/>
              <a:cxnLst/>
              <a:rect l="l" t="t" r="r" b="b"/>
              <a:pathLst>
                <a:path w="340" h="339" extrusionOk="0">
                  <a:moveTo>
                    <a:pt x="1" y="0"/>
                  </a:moveTo>
                  <a:lnTo>
                    <a:pt x="1" y="339"/>
                  </a:lnTo>
                  <a:lnTo>
                    <a:pt x="340" y="33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45"/>
            <p:cNvSpPr/>
            <p:nvPr/>
          </p:nvSpPr>
          <p:spPr>
            <a:xfrm>
              <a:off x="7311172" y="2204155"/>
              <a:ext cx="28844" cy="10380"/>
            </a:xfrm>
            <a:custGeom>
              <a:avLst/>
              <a:gdLst/>
              <a:ahLst/>
              <a:cxnLst/>
              <a:rect l="l" t="t" r="r" b="b"/>
              <a:pathLst>
                <a:path w="942" h="339" extrusionOk="0">
                  <a:moveTo>
                    <a:pt x="1" y="0"/>
                  </a:moveTo>
                  <a:lnTo>
                    <a:pt x="1" y="339"/>
                  </a:lnTo>
                  <a:lnTo>
                    <a:pt x="941" y="339"/>
                  </a:lnTo>
                  <a:lnTo>
                    <a:pt x="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5"/>
            <p:cNvSpPr/>
            <p:nvPr/>
          </p:nvSpPr>
          <p:spPr>
            <a:xfrm>
              <a:off x="7403213" y="2165146"/>
              <a:ext cx="10472" cy="76244"/>
            </a:xfrm>
            <a:custGeom>
              <a:avLst/>
              <a:gdLst/>
              <a:ahLst/>
              <a:cxnLst/>
              <a:rect l="l" t="t" r="r" b="b"/>
              <a:pathLst>
                <a:path w="342" h="2490" extrusionOk="0">
                  <a:moveTo>
                    <a:pt x="1" y="0"/>
                  </a:moveTo>
                  <a:lnTo>
                    <a:pt x="1" y="2490"/>
                  </a:lnTo>
                  <a:lnTo>
                    <a:pt x="341" y="2490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5"/>
            <p:cNvSpPr/>
            <p:nvPr/>
          </p:nvSpPr>
          <p:spPr>
            <a:xfrm>
              <a:off x="7403213" y="2147846"/>
              <a:ext cx="10472" cy="10380"/>
            </a:xfrm>
            <a:custGeom>
              <a:avLst/>
              <a:gdLst/>
              <a:ahLst/>
              <a:cxnLst/>
              <a:rect l="l" t="t" r="r" b="b"/>
              <a:pathLst>
                <a:path w="342" h="339" extrusionOk="0">
                  <a:moveTo>
                    <a:pt x="1" y="0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5"/>
            <p:cNvSpPr/>
            <p:nvPr/>
          </p:nvSpPr>
          <p:spPr>
            <a:xfrm>
              <a:off x="7403213" y="2130454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1"/>
                  </a:moveTo>
                  <a:lnTo>
                    <a:pt x="1" y="342"/>
                  </a:lnTo>
                  <a:lnTo>
                    <a:pt x="341" y="342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45"/>
            <p:cNvSpPr/>
            <p:nvPr/>
          </p:nvSpPr>
          <p:spPr>
            <a:xfrm>
              <a:off x="7363715" y="2401435"/>
              <a:ext cx="52023" cy="10472"/>
            </a:xfrm>
            <a:custGeom>
              <a:avLst/>
              <a:gdLst/>
              <a:ahLst/>
              <a:cxnLst/>
              <a:rect l="l" t="t" r="r" b="b"/>
              <a:pathLst>
                <a:path w="1699" h="342" extrusionOk="0">
                  <a:moveTo>
                    <a:pt x="1" y="0"/>
                  </a:moveTo>
                  <a:lnTo>
                    <a:pt x="1" y="341"/>
                  </a:lnTo>
                  <a:lnTo>
                    <a:pt x="1698" y="341"/>
                  </a:lnTo>
                  <a:lnTo>
                    <a:pt x="16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45"/>
            <p:cNvSpPr/>
            <p:nvPr/>
          </p:nvSpPr>
          <p:spPr>
            <a:xfrm>
              <a:off x="7422626" y="2401435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2" y="341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5"/>
            <p:cNvSpPr/>
            <p:nvPr/>
          </p:nvSpPr>
          <p:spPr>
            <a:xfrm>
              <a:off x="7440018" y="2401435"/>
              <a:ext cx="10380" cy="10472"/>
            </a:xfrm>
            <a:custGeom>
              <a:avLst/>
              <a:gdLst/>
              <a:ahLst/>
              <a:cxnLst/>
              <a:rect l="l" t="t" r="r" b="b"/>
              <a:pathLst>
                <a:path w="339" h="342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5"/>
            <p:cNvSpPr/>
            <p:nvPr/>
          </p:nvSpPr>
          <p:spPr>
            <a:xfrm>
              <a:off x="7399019" y="2094630"/>
              <a:ext cx="10441" cy="10411"/>
            </a:xfrm>
            <a:custGeom>
              <a:avLst/>
              <a:gdLst/>
              <a:ahLst/>
              <a:cxnLst/>
              <a:rect l="l" t="t" r="r" b="b"/>
              <a:pathLst>
                <a:path w="341" h="340" extrusionOk="0">
                  <a:moveTo>
                    <a:pt x="0" y="0"/>
                  </a:moveTo>
                  <a:lnTo>
                    <a:pt x="0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45"/>
            <p:cNvSpPr/>
            <p:nvPr/>
          </p:nvSpPr>
          <p:spPr>
            <a:xfrm>
              <a:off x="7416380" y="2094630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0"/>
                  </a:moveTo>
                  <a:lnTo>
                    <a:pt x="0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45"/>
            <p:cNvSpPr/>
            <p:nvPr/>
          </p:nvSpPr>
          <p:spPr>
            <a:xfrm>
              <a:off x="7365980" y="2094630"/>
              <a:ext cx="26119" cy="10411"/>
            </a:xfrm>
            <a:custGeom>
              <a:avLst/>
              <a:gdLst/>
              <a:ahLst/>
              <a:cxnLst/>
              <a:rect l="l" t="t" r="r" b="b"/>
              <a:pathLst>
                <a:path w="853" h="340" extrusionOk="0">
                  <a:moveTo>
                    <a:pt x="1" y="0"/>
                  </a:moveTo>
                  <a:lnTo>
                    <a:pt x="1" y="339"/>
                  </a:lnTo>
                  <a:lnTo>
                    <a:pt x="853" y="339"/>
                  </a:lnTo>
                  <a:lnTo>
                    <a:pt x="8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45"/>
            <p:cNvSpPr/>
            <p:nvPr/>
          </p:nvSpPr>
          <p:spPr>
            <a:xfrm>
              <a:off x="7218243" y="2081861"/>
              <a:ext cx="249155" cy="355131"/>
            </a:xfrm>
            <a:custGeom>
              <a:avLst/>
              <a:gdLst/>
              <a:ahLst/>
              <a:cxnLst/>
              <a:rect l="l" t="t" r="r" b="b"/>
              <a:pathLst>
                <a:path w="8137" h="11598" extrusionOk="0">
                  <a:moveTo>
                    <a:pt x="7209" y="341"/>
                  </a:moveTo>
                  <a:lnTo>
                    <a:pt x="7209" y="555"/>
                  </a:lnTo>
                  <a:lnTo>
                    <a:pt x="6902" y="861"/>
                  </a:lnTo>
                  <a:lnTo>
                    <a:pt x="1238" y="861"/>
                  </a:lnTo>
                  <a:lnTo>
                    <a:pt x="932" y="555"/>
                  </a:lnTo>
                  <a:lnTo>
                    <a:pt x="932" y="341"/>
                  </a:lnTo>
                  <a:close/>
                  <a:moveTo>
                    <a:pt x="4083" y="1664"/>
                  </a:moveTo>
                  <a:cubicBezTo>
                    <a:pt x="4538" y="1664"/>
                    <a:pt x="4909" y="2035"/>
                    <a:pt x="4909" y="2490"/>
                  </a:cubicBezTo>
                  <a:cubicBezTo>
                    <a:pt x="4909" y="2945"/>
                    <a:pt x="4538" y="3316"/>
                    <a:pt x="4083" y="3316"/>
                  </a:cubicBezTo>
                  <a:cubicBezTo>
                    <a:pt x="3626" y="3316"/>
                    <a:pt x="3257" y="2945"/>
                    <a:pt x="3257" y="2490"/>
                  </a:cubicBezTo>
                  <a:cubicBezTo>
                    <a:pt x="3257" y="2035"/>
                    <a:pt x="3628" y="1664"/>
                    <a:pt x="4083" y="1664"/>
                  </a:cubicBezTo>
                  <a:close/>
                  <a:moveTo>
                    <a:pt x="4105" y="6469"/>
                  </a:moveTo>
                  <a:lnTo>
                    <a:pt x="4105" y="8734"/>
                  </a:lnTo>
                  <a:lnTo>
                    <a:pt x="4063" y="8734"/>
                  </a:lnTo>
                  <a:lnTo>
                    <a:pt x="4063" y="6469"/>
                  </a:lnTo>
                  <a:close/>
                  <a:moveTo>
                    <a:pt x="6857" y="9071"/>
                  </a:moveTo>
                  <a:lnTo>
                    <a:pt x="6857" y="9361"/>
                  </a:lnTo>
                  <a:lnTo>
                    <a:pt x="1285" y="9361"/>
                  </a:lnTo>
                  <a:lnTo>
                    <a:pt x="1285" y="9071"/>
                  </a:lnTo>
                  <a:close/>
                  <a:moveTo>
                    <a:pt x="593" y="1"/>
                  </a:moveTo>
                  <a:lnTo>
                    <a:pt x="593" y="696"/>
                  </a:lnTo>
                  <a:lnTo>
                    <a:pt x="1097" y="1200"/>
                  </a:lnTo>
                  <a:lnTo>
                    <a:pt x="1164" y="1200"/>
                  </a:lnTo>
                  <a:lnTo>
                    <a:pt x="1164" y="4980"/>
                  </a:lnTo>
                  <a:lnTo>
                    <a:pt x="1503" y="4980"/>
                  </a:lnTo>
                  <a:lnTo>
                    <a:pt x="1503" y="1202"/>
                  </a:lnTo>
                  <a:lnTo>
                    <a:pt x="6640" y="1202"/>
                  </a:lnTo>
                  <a:lnTo>
                    <a:pt x="6640" y="8732"/>
                  </a:lnTo>
                  <a:lnTo>
                    <a:pt x="5134" y="8732"/>
                  </a:lnTo>
                  <a:lnTo>
                    <a:pt x="5134" y="8310"/>
                  </a:lnTo>
                  <a:lnTo>
                    <a:pt x="4793" y="8310"/>
                  </a:lnTo>
                  <a:lnTo>
                    <a:pt x="4793" y="8732"/>
                  </a:lnTo>
                  <a:lnTo>
                    <a:pt x="4444" y="8732"/>
                  </a:lnTo>
                  <a:lnTo>
                    <a:pt x="4444" y="6127"/>
                  </a:lnTo>
                  <a:lnTo>
                    <a:pt x="3721" y="6127"/>
                  </a:lnTo>
                  <a:lnTo>
                    <a:pt x="3721" y="8732"/>
                  </a:lnTo>
                  <a:lnTo>
                    <a:pt x="3369" y="8732"/>
                  </a:lnTo>
                  <a:lnTo>
                    <a:pt x="3369" y="4627"/>
                  </a:lnTo>
                  <a:lnTo>
                    <a:pt x="3030" y="4627"/>
                  </a:lnTo>
                  <a:lnTo>
                    <a:pt x="3030" y="5918"/>
                  </a:lnTo>
                  <a:lnTo>
                    <a:pt x="2679" y="5918"/>
                  </a:lnTo>
                  <a:lnTo>
                    <a:pt x="2679" y="3871"/>
                  </a:lnTo>
                  <a:lnTo>
                    <a:pt x="2894" y="3655"/>
                  </a:lnTo>
                  <a:lnTo>
                    <a:pt x="5263" y="3655"/>
                  </a:lnTo>
                  <a:lnTo>
                    <a:pt x="5478" y="3871"/>
                  </a:lnTo>
                  <a:lnTo>
                    <a:pt x="5478" y="5918"/>
                  </a:lnTo>
                  <a:lnTo>
                    <a:pt x="5127" y="5918"/>
                  </a:lnTo>
                  <a:lnTo>
                    <a:pt x="5127" y="4627"/>
                  </a:lnTo>
                  <a:lnTo>
                    <a:pt x="4788" y="4627"/>
                  </a:lnTo>
                  <a:lnTo>
                    <a:pt x="4788" y="7971"/>
                  </a:lnTo>
                  <a:lnTo>
                    <a:pt x="5127" y="7971"/>
                  </a:lnTo>
                  <a:lnTo>
                    <a:pt x="5127" y="6259"/>
                  </a:lnTo>
                  <a:lnTo>
                    <a:pt x="5817" y="6259"/>
                  </a:lnTo>
                  <a:lnTo>
                    <a:pt x="5817" y="3731"/>
                  </a:lnTo>
                  <a:lnTo>
                    <a:pt x="5404" y="3316"/>
                  </a:lnTo>
                  <a:lnTo>
                    <a:pt x="4900" y="3316"/>
                  </a:lnTo>
                  <a:cubicBezTo>
                    <a:pt x="5114" y="3106"/>
                    <a:pt x="5245" y="2811"/>
                    <a:pt x="5245" y="2490"/>
                  </a:cubicBezTo>
                  <a:cubicBezTo>
                    <a:pt x="5245" y="1847"/>
                    <a:pt x="4721" y="1323"/>
                    <a:pt x="4078" y="1323"/>
                  </a:cubicBezTo>
                  <a:cubicBezTo>
                    <a:pt x="3434" y="1323"/>
                    <a:pt x="2913" y="1847"/>
                    <a:pt x="2913" y="2490"/>
                  </a:cubicBezTo>
                  <a:cubicBezTo>
                    <a:pt x="2913" y="2815"/>
                    <a:pt x="3043" y="3106"/>
                    <a:pt x="3257" y="3316"/>
                  </a:cubicBezTo>
                  <a:lnTo>
                    <a:pt x="2753" y="3316"/>
                  </a:lnTo>
                  <a:lnTo>
                    <a:pt x="2338" y="3731"/>
                  </a:lnTo>
                  <a:lnTo>
                    <a:pt x="2338" y="6259"/>
                  </a:lnTo>
                  <a:lnTo>
                    <a:pt x="3030" y="6259"/>
                  </a:lnTo>
                  <a:lnTo>
                    <a:pt x="3030" y="8732"/>
                  </a:lnTo>
                  <a:lnTo>
                    <a:pt x="1501" y="8732"/>
                  </a:lnTo>
                  <a:lnTo>
                    <a:pt x="1501" y="5319"/>
                  </a:lnTo>
                  <a:lnTo>
                    <a:pt x="1160" y="5319"/>
                  </a:lnTo>
                  <a:lnTo>
                    <a:pt x="1160" y="8732"/>
                  </a:lnTo>
                  <a:lnTo>
                    <a:pt x="943" y="8732"/>
                  </a:lnTo>
                  <a:lnTo>
                    <a:pt x="943" y="9361"/>
                  </a:lnTo>
                  <a:lnTo>
                    <a:pt x="622" y="9361"/>
                  </a:lnTo>
                  <a:lnTo>
                    <a:pt x="1" y="9983"/>
                  </a:lnTo>
                  <a:lnTo>
                    <a:pt x="1" y="11597"/>
                  </a:lnTo>
                  <a:lnTo>
                    <a:pt x="8136" y="11597"/>
                  </a:lnTo>
                  <a:lnTo>
                    <a:pt x="8136" y="10771"/>
                  </a:lnTo>
                  <a:lnTo>
                    <a:pt x="7799" y="10773"/>
                  </a:lnTo>
                  <a:lnTo>
                    <a:pt x="7799" y="11260"/>
                  </a:lnTo>
                  <a:lnTo>
                    <a:pt x="343" y="11260"/>
                  </a:lnTo>
                  <a:lnTo>
                    <a:pt x="343" y="10126"/>
                  </a:lnTo>
                  <a:lnTo>
                    <a:pt x="765" y="9704"/>
                  </a:lnTo>
                  <a:lnTo>
                    <a:pt x="7379" y="9704"/>
                  </a:lnTo>
                  <a:lnTo>
                    <a:pt x="7560" y="9885"/>
                  </a:lnTo>
                  <a:lnTo>
                    <a:pt x="5966" y="9885"/>
                  </a:lnTo>
                  <a:lnTo>
                    <a:pt x="5966" y="10225"/>
                  </a:lnTo>
                  <a:lnTo>
                    <a:pt x="7798" y="10225"/>
                  </a:lnTo>
                  <a:lnTo>
                    <a:pt x="7798" y="10434"/>
                  </a:lnTo>
                  <a:lnTo>
                    <a:pt x="8136" y="10434"/>
                  </a:lnTo>
                  <a:lnTo>
                    <a:pt x="8136" y="9983"/>
                  </a:lnTo>
                  <a:lnTo>
                    <a:pt x="7517" y="9361"/>
                  </a:lnTo>
                  <a:lnTo>
                    <a:pt x="7194" y="9361"/>
                  </a:lnTo>
                  <a:lnTo>
                    <a:pt x="7194" y="8732"/>
                  </a:lnTo>
                  <a:lnTo>
                    <a:pt x="6977" y="8732"/>
                  </a:lnTo>
                  <a:lnTo>
                    <a:pt x="6977" y="1200"/>
                  </a:lnTo>
                  <a:lnTo>
                    <a:pt x="7044" y="1200"/>
                  </a:lnTo>
                  <a:lnTo>
                    <a:pt x="7547" y="696"/>
                  </a:lnTo>
                  <a:lnTo>
                    <a:pt x="75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45"/>
            <p:cNvSpPr/>
            <p:nvPr/>
          </p:nvSpPr>
          <p:spPr>
            <a:xfrm>
              <a:off x="7253884" y="2386952"/>
              <a:ext cx="33192" cy="33253"/>
            </a:xfrm>
            <a:custGeom>
              <a:avLst/>
              <a:gdLst/>
              <a:ahLst/>
              <a:cxnLst/>
              <a:rect l="l" t="t" r="r" b="b"/>
              <a:pathLst>
                <a:path w="1084" h="1086" extrusionOk="0">
                  <a:moveTo>
                    <a:pt x="745" y="339"/>
                  </a:moveTo>
                  <a:lnTo>
                    <a:pt x="745" y="745"/>
                  </a:lnTo>
                  <a:lnTo>
                    <a:pt x="339" y="745"/>
                  </a:lnTo>
                  <a:lnTo>
                    <a:pt x="339" y="339"/>
                  </a:lnTo>
                  <a:close/>
                  <a:moveTo>
                    <a:pt x="0" y="0"/>
                  </a:moveTo>
                  <a:lnTo>
                    <a:pt x="0" y="1086"/>
                  </a:lnTo>
                  <a:lnTo>
                    <a:pt x="1084" y="1086"/>
                  </a:lnTo>
                  <a:lnTo>
                    <a:pt x="10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45"/>
            <p:cNvSpPr/>
            <p:nvPr/>
          </p:nvSpPr>
          <p:spPr>
            <a:xfrm>
              <a:off x="7293260" y="2386952"/>
              <a:ext cx="33253" cy="33253"/>
            </a:xfrm>
            <a:custGeom>
              <a:avLst/>
              <a:gdLst/>
              <a:ahLst/>
              <a:cxnLst/>
              <a:rect l="l" t="t" r="r" b="b"/>
              <a:pathLst>
                <a:path w="1086" h="1086" extrusionOk="0">
                  <a:moveTo>
                    <a:pt x="745" y="339"/>
                  </a:moveTo>
                  <a:lnTo>
                    <a:pt x="745" y="745"/>
                  </a:lnTo>
                  <a:lnTo>
                    <a:pt x="339" y="745"/>
                  </a:lnTo>
                  <a:lnTo>
                    <a:pt x="339" y="339"/>
                  </a:lnTo>
                  <a:close/>
                  <a:moveTo>
                    <a:pt x="1" y="0"/>
                  </a:moveTo>
                  <a:lnTo>
                    <a:pt x="1" y="1086"/>
                  </a:lnTo>
                  <a:lnTo>
                    <a:pt x="1086" y="1086"/>
                  </a:lnTo>
                  <a:lnTo>
                    <a:pt x="10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45"/>
            <p:cNvSpPr/>
            <p:nvPr/>
          </p:nvSpPr>
          <p:spPr>
            <a:xfrm>
              <a:off x="7352018" y="2149316"/>
              <a:ext cx="14055" cy="24955"/>
            </a:xfrm>
            <a:custGeom>
              <a:avLst/>
              <a:gdLst/>
              <a:ahLst/>
              <a:cxnLst/>
              <a:rect l="l" t="t" r="r" b="b"/>
              <a:pathLst>
                <a:path w="459" h="815" extrusionOk="0">
                  <a:moveTo>
                    <a:pt x="403" y="1"/>
                  </a:moveTo>
                  <a:lnTo>
                    <a:pt x="87" y="131"/>
                  </a:lnTo>
                  <a:cubicBezTo>
                    <a:pt x="111" y="180"/>
                    <a:pt x="120" y="233"/>
                    <a:pt x="120" y="287"/>
                  </a:cubicBezTo>
                  <a:cubicBezTo>
                    <a:pt x="120" y="396"/>
                    <a:pt x="76" y="497"/>
                    <a:pt x="0" y="575"/>
                  </a:cubicBezTo>
                  <a:lnTo>
                    <a:pt x="240" y="815"/>
                  </a:lnTo>
                  <a:cubicBezTo>
                    <a:pt x="381" y="673"/>
                    <a:pt x="459" y="487"/>
                    <a:pt x="459" y="287"/>
                  </a:cubicBezTo>
                  <a:cubicBezTo>
                    <a:pt x="459" y="189"/>
                    <a:pt x="441" y="92"/>
                    <a:pt x="4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45"/>
            <p:cNvSpPr/>
            <p:nvPr/>
          </p:nvSpPr>
          <p:spPr>
            <a:xfrm>
              <a:off x="7345588" y="2135629"/>
              <a:ext cx="14177" cy="13963"/>
            </a:xfrm>
            <a:custGeom>
              <a:avLst/>
              <a:gdLst/>
              <a:ahLst/>
              <a:cxnLst/>
              <a:rect l="l" t="t" r="r" b="b"/>
              <a:pathLst>
                <a:path w="463" h="456" extrusionOk="0">
                  <a:moveTo>
                    <a:pt x="67" y="0"/>
                  </a:moveTo>
                  <a:lnTo>
                    <a:pt x="0" y="334"/>
                  </a:lnTo>
                  <a:cubicBezTo>
                    <a:pt x="82" y="352"/>
                    <a:pt x="156" y="390"/>
                    <a:pt x="212" y="444"/>
                  </a:cubicBezTo>
                  <a:lnTo>
                    <a:pt x="223" y="455"/>
                  </a:lnTo>
                  <a:lnTo>
                    <a:pt x="332" y="325"/>
                  </a:lnTo>
                  <a:lnTo>
                    <a:pt x="462" y="218"/>
                  </a:lnTo>
                  <a:lnTo>
                    <a:pt x="450" y="203"/>
                  </a:lnTo>
                  <a:cubicBezTo>
                    <a:pt x="344" y="100"/>
                    <a:pt x="212" y="28"/>
                    <a:pt x="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45"/>
            <p:cNvSpPr/>
            <p:nvPr/>
          </p:nvSpPr>
          <p:spPr>
            <a:xfrm>
              <a:off x="7327094" y="2135690"/>
              <a:ext cx="13748" cy="13626"/>
            </a:xfrm>
            <a:custGeom>
              <a:avLst/>
              <a:gdLst/>
              <a:ahLst/>
              <a:cxnLst/>
              <a:rect l="l" t="t" r="r" b="b"/>
              <a:pathLst>
                <a:path w="449" h="445" extrusionOk="0">
                  <a:moveTo>
                    <a:pt x="383" y="0"/>
                  </a:moveTo>
                  <a:cubicBezTo>
                    <a:pt x="238" y="29"/>
                    <a:pt x="106" y="100"/>
                    <a:pt x="1" y="205"/>
                  </a:cubicBezTo>
                  <a:lnTo>
                    <a:pt x="240" y="444"/>
                  </a:lnTo>
                  <a:cubicBezTo>
                    <a:pt x="298" y="386"/>
                    <a:pt x="369" y="346"/>
                    <a:pt x="448" y="334"/>
                  </a:cubicBezTo>
                  <a:lnTo>
                    <a:pt x="3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45"/>
            <p:cNvSpPr/>
            <p:nvPr/>
          </p:nvSpPr>
          <p:spPr>
            <a:xfrm>
              <a:off x="7276664" y="2286582"/>
              <a:ext cx="10411" cy="52697"/>
            </a:xfrm>
            <a:custGeom>
              <a:avLst/>
              <a:gdLst/>
              <a:ahLst/>
              <a:cxnLst/>
              <a:rect l="l" t="t" r="r" b="b"/>
              <a:pathLst>
                <a:path w="340" h="1721" extrusionOk="0">
                  <a:moveTo>
                    <a:pt x="1" y="1"/>
                  </a:moveTo>
                  <a:lnTo>
                    <a:pt x="1" y="1720"/>
                  </a:lnTo>
                  <a:lnTo>
                    <a:pt x="340" y="1720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45"/>
            <p:cNvSpPr/>
            <p:nvPr/>
          </p:nvSpPr>
          <p:spPr>
            <a:xfrm>
              <a:off x="7326604" y="2233703"/>
              <a:ext cx="10411" cy="20179"/>
            </a:xfrm>
            <a:custGeom>
              <a:avLst/>
              <a:gdLst/>
              <a:ahLst/>
              <a:cxnLst/>
              <a:rect l="l" t="t" r="r" b="b"/>
              <a:pathLst>
                <a:path w="340" h="659" extrusionOk="0">
                  <a:moveTo>
                    <a:pt x="0" y="1"/>
                  </a:moveTo>
                  <a:lnTo>
                    <a:pt x="0" y="659"/>
                  </a:lnTo>
                  <a:lnTo>
                    <a:pt x="339" y="659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45"/>
          <p:cNvGrpSpPr/>
          <p:nvPr/>
        </p:nvGrpSpPr>
        <p:grpSpPr>
          <a:xfrm>
            <a:off x="302511" y="2395541"/>
            <a:ext cx="355192" cy="238985"/>
            <a:chOff x="4790263" y="2139946"/>
            <a:chExt cx="355192" cy="238985"/>
          </a:xfrm>
        </p:grpSpPr>
        <p:sp>
          <p:nvSpPr>
            <p:cNvPr id="625" name="Google Shape;625;p45"/>
            <p:cNvSpPr/>
            <p:nvPr/>
          </p:nvSpPr>
          <p:spPr>
            <a:xfrm>
              <a:off x="4999821" y="2290961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45"/>
            <p:cNvSpPr/>
            <p:nvPr/>
          </p:nvSpPr>
          <p:spPr>
            <a:xfrm>
              <a:off x="4982521" y="2290961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39" y="340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45"/>
            <p:cNvSpPr/>
            <p:nvPr/>
          </p:nvSpPr>
          <p:spPr>
            <a:xfrm>
              <a:off x="4965160" y="2290961"/>
              <a:ext cx="10441" cy="10411"/>
            </a:xfrm>
            <a:custGeom>
              <a:avLst/>
              <a:gdLst/>
              <a:ahLst/>
              <a:cxnLst/>
              <a:rect l="l" t="t" r="r" b="b"/>
              <a:pathLst>
                <a:path w="341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45"/>
            <p:cNvSpPr/>
            <p:nvPr/>
          </p:nvSpPr>
          <p:spPr>
            <a:xfrm>
              <a:off x="5041984" y="2341238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45"/>
            <p:cNvSpPr/>
            <p:nvPr/>
          </p:nvSpPr>
          <p:spPr>
            <a:xfrm>
              <a:off x="5041984" y="2323877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45"/>
            <p:cNvSpPr/>
            <p:nvPr/>
          </p:nvSpPr>
          <p:spPr>
            <a:xfrm>
              <a:off x="5074103" y="2294084"/>
              <a:ext cx="21067" cy="10411"/>
            </a:xfrm>
            <a:custGeom>
              <a:avLst/>
              <a:gdLst/>
              <a:ahLst/>
              <a:cxnLst/>
              <a:rect l="l" t="t" r="r" b="b"/>
              <a:pathLst>
                <a:path w="688" h="340" extrusionOk="0">
                  <a:moveTo>
                    <a:pt x="1" y="0"/>
                  </a:moveTo>
                  <a:lnTo>
                    <a:pt x="1" y="339"/>
                  </a:lnTo>
                  <a:lnTo>
                    <a:pt x="687" y="339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45"/>
            <p:cNvSpPr/>
            <p:nvPr/>
          </p:nvSpPr>
          <p:spPr>
            <a:xfrm>
              <a:off x="5039442" y="2294084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0"/>
                  </a:moveTo>
                  <a:lnTo>
                    <a:pt x="0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45"/>
            <p:cNvSpPr/>
            <p:nvPr/>
          </p:nvSpPr>
          <p:spPr>
            <a:xfrm>
              <a:off x="5056742" y="2294084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45"/>
            <p:cNvSpPr/>
            <p:nvPr/>
          </p:nvSpPr>
          <p:spPr>
            <a:xfrm>
              <a:off x="5022693" y="2368489"/>
              <a:ext cx="10380" cy="10441"/>
            </a:xfrm>
            <a:custGeom>
              <a:avLst/>
              <a:gdLst/>
              <a:ahLst/>
              <a:cxnLst/>
              <a:rect l="l" t="t" r="r" b="b"/>
              <a:pathLst>
                <a:path w="339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45"/>
            <p:cNvSpPr/>
            <p:nvPr/>
          </p:nvSpPr>
          <p:spPr>
            <a:xfrm>
              <a:off x="5022693" y="2323877"/>
              <a:ext cx="10380" cy="20393"/>
            </a:xfrm>
            <a:custGeom>
              <a:avLst/>
              <a:gdLst/>
              <a:ahLst/>
              <a:cxnLst/>
              <a:rect l="l" t="t" r="r" b="b"/>
              <a:pathLst>
                <a:path w="339" h="666" extrusionOk="0">
                  <a:moveTo>
                    <a:pt x="0" y="0"/>
                  </a:moveTo>
                  <a:lnTo>
                    <a:pt x="0" y="665"/>
                  </a:lnTo>
                  <a:lnTo>
                    <a:pt x="339" y="665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45"/>
            <p:cNvSpPr/>
            <p:nvPr/>
          </p:nvSpPr>
          <p:spPr>
            <a:xfrm>
              <a:off x="5022693" y="2351158"/>
              <a:ext cx="10380" cy="10411"/>
            </a:xfrm>
            <a:custGeom>
              <a:avLst/>
              <a:gdLst/>
              <a:ahLst/>
              <a:cxnLst/>
              <a:rect l="l" t="t" r="r" b="b"/>
              <a:pathLst>
                <a:path w="339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39" y="340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45"/>
            <p:cNvSpPr/>
            <p:nvPr/>
          </p:nvSpPr>
          <p:spPr>
            <a:xfrm>
              <a:off x="5061366" y="2323877"/>
              <a:ext cx="10380" cy="55055"/>
            </a:xfrm>
            <a:custGeom>
              <a:avLst/>
              <a:gdLst/>
              <a:ahLst/>
              <a:cxnLst/>
              <a:rect l="l" t="t" r="r" b="b"/>
              <a:pathLst>
                <a:path w="339" h="1798" extrusionOk="0">
                  <a:moveTo>
                    <a:pt x="0" y="0"/>
                  </a:moveTo>
                  <a:lnTo>
                    <a:pt x="0" y="1798"/>
                  </a:lnTo>
                  <a:lnTo>
                    <a:pt x="339" y="1798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5"/>
            <p:cNvSpPr/>
            <p:nvPr/>
          </p:nvSpPr>
          <p:spPr>
            <a:xfrm>
              <a:off x="5100129" y="2358538"/>
              <a:ext cx="10411" cy="16565"/>
            </a:xfrm>
            <a:custGeom>
              <a:avLst/>
              <a:gdLst/>
              <a:ahLst/>
              <a:cxnLst/>
              <a:rect l="l" t="t" r="r" b="b"/>
              <a:pathLst>
                <a:path w="340" h="541" extrusionOk="0">
                  <a:moveTo>
                    <a:pt x="1" y="1"/>
                  </a:moveTo>
                  <a:lnTo>
                    <a:pt x="1" y="541"/>
                  </a:lnTo>
                  <a:lnTo>
                    <a:pt x="339" y="541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45"/>
            <p:cNvSpPr/>
            <p:nvPr/>
          </p:nvSpPr>
          <p:spPr>
            <a:xfrm>
              <a:off x="5100129" y="2341238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45"/>
            <p:cNvSpPr/>
            <p:nvPr/>
          </p:nvSpPr>
          <p:spPr>
            <a:xfrm>
              <a:off x="5100129" y="2323877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5"/>
            <p:cNvSpPr/>
            <p:nvPr/>
          </p:nvSpPr>
          <p:spPr>
            <a:xfrm>
              <a:off x="5080717" y="2323877"/>
              <a:ext cx="10411" cy="37020"/>
            </a:xfrm>
            <a:custGeom>
              <a:avLst/>
              <a:gdLst/>
              <a:ahLst/>
              <a:cxnLst/>
              <a:rect l="l" t="t" r="r" b="b"/>
              <a:pathLst>
                <a:path w="340" h="1209" extrusionOk="0">
                  <a:moveTo>
                    <a:pt x="0" y="0"/>
                  </a:moveTo>
                  <a:lnTo>
                    <a:pt x="0" y="1209"/>
                  </a:lnTo>
                  <a:lnTo>
                    <a:pt x="339" y="120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45"/>
            <p:cNvSpPr/>
            <p:nvPr/>
          </p:nvSpPr>
          <p:spPr>
            <a:xfrm>
              <a:off x="4880590" y="2323540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45"/>
            <p:cNvSpPr/>
            <p:nvPr/>
          </p:nvSpPr>
          <p:spPr>
            <a:xfrm>
              <a:off x="4880590" y="2358201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1"/>
                  </a:moveTo>
                  <a:lnTo>
                    <a:pt x="1" y="342"/>
                  </a:lnTo>
                  <a:lnTo>
                    <a:pt x="341" y="342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5"/>
            <p:cNvSpPr/>
            <p:nvPr/>
          </p:nvSpPr>
          <p:spPr>
            <a:xfrm>
              <a:off x="4880590" y="2340901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1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45"/>
            <p:cNvSpPr/>
            <p:nvPr/>
          </p:nvSpPr>
          <p:spPr>
            <a:xfrm>
              <a:off x="4838611" y="2294145"/>
              <a:ext cx="10441" cy="10441"/>
            </a:xfrm>
            <a:custGeom>
              <a:avLst/>
              <a:gdLst/>
              <a:ahLst/>
              <a:cxnLst/>
              <a:rect l="l" t="t" r="r" b="b"/>
              <a:pathLst>
                <a:path w="341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45"/>
            <p:cNvSpPr/>
            <p:nvPr/>
          </p:nvSpPr>
          <p:spPr>
            <a:xfrm>
              <a:off x="4855972" y="2294145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45"/>
            <p:cNvSpPr/>
            <p:nvPr/>
          </p:nvSpPr>
          <p:spPr>
            <a:xfrm>
              <a:off x="4873272" y="2294145"/>
              <a:ext cx="21067" cy="10441"/>
            </a:xfrm>
            <a:custGeom>
              <a:avLst/>
              <a:gdLst/>
              <a:ahLst/>
              <a:cxnLst/>
              <a:rect l="l" t="t" r="r" b="b"/>
              <a:pathLst>
                <a:path w="688" h="341" extrusionOk="0">
                  <a:moveTo>
                    <a:pt x="1" y="0"/>
                  </a:moveTo>
                  <a:lnTo>
                    <a:pt x="1" y="341"/>
                  </a:lnTo>
                  <a:lnTo>
                    <a:pt x="687" y="341"/>
                  </a:lnTo>
                  <a:lnTo>
                    <a:pt x="68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45"/>
            <p:cNvSpPr/>
            <p:nvPr/>
          </p:nvSpPr>
          <p:spPr>
            <a:xfrm>
              <a:off x="4822566" y="2323540"/>
              <a:ext cx="10472" cy="49849"/>
            </a:xfrm>
            <a:custGeom>
              <a:avLst/>
              <a:gdLst/>
              <a:ahLst/>
              <a:cxnLst/>
              <a:rect l="l" t="t" r="r" b="b"/>
              <a:pathLst>
                <a:path w="342" h="1628" extrusionOk="0">
                  <a:moveTo>
                    <a:pt x="0" y="0"/>
                  </a:moveTo>
                  <a:lnTo>
                    <a:pt x="0" y="1628"/>
                  </a:lnTo>
                  <a:lnTo>
                    <a:pt x="341" y="1628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45"/>
            <p:cNvSpPr/>
            <p:nvPr/>
          </p:nvSpPr>
          <p:spPr>
            <a:xfrm>
              <a:off x="4899972" y="2350822"/>
              <a:ext cx="10441" cy="10411"/>
            </a:xfrm>
            <a:custGeom>
              <a:avLst/>
              <a:gdLst/>
              <a:ahLst/>
              <a:cxnLst/>
              <a:rect l="l" t="t" r="r" b="b"/>
              <a:pathLst>
                <a:path w="341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45"/>
            <p:cNvSpPr/>
            <p:nvPr/>
          </p:nvSpPr>
          <p:spPr>
            <a:xfrm>
              <a:off x="4899972" y="2368152"/>
              <a:ext cx="10441" cy="10441"/>
            </a:xfrm>
            <a:custGeom>
              <a:avLst/>
              <a:gdLst/>
              <a:ahLst/>
              <a:cxnLst/>
              <a:rect l="l" t="t" r="r" b="b"/>
              <a:pathLst>
                <a:path w="341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45"/>
            <p:cNvSpPr/>
            <p:nvPr/>
          </p:nvSpPr>
          <p:spPr>
            <a:xfrm>
              <a:off x="4899972" y="2323540"/>
              <a:ext cx="10441" cy="20332"/>
            </a:xfrm>
            <a:custGeom>
              <a:avLst/>
              <a:gdLst/>
              <a:ahLst/>
              <a:cxnLst/>
              <a:rect l="l" t="t" r="r" b="b"/>
              <a:pathLst>
                <a:path w="341" h="664" extrusionOk="0">
                  <a:moveTo>
                    <a:pt x="0" y="0"/>
                  </a:moveTo>
                  <a:lnTo>
                    <a:pt x="0" y="664"/>
                  </a:lnTo>
                  <a:lnTo>
                    <a:pt x="341" y="664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45"/>
            <p:cNvSpPr/>
            <p:nvPr/>
          </p:nvSpPr>
          <p:spPr>
            <a:xfrm>
              <a:off x="4861300" y="2323540"/>
              <a:ext cx="10380" cy="27497"/>
            </a:xfrm>
            <a:custGeom>
              <a:avLst/>
              <a:gdLst/>
              <a:ahLst/>
              <a:cxnLst/>
              <a:rect l="l" t="t" r="r" b="b"/>
              <a:pathLst>
                <a:path w="339" h="898" extrusionOk="0">
                  <a:moveTo>
                    <a:pt x="0" y="0"/>
                  </a:moveTo>
                  <a:lnTo>
                    <a:pt x="0" y="897"/>
                  </a:lnTo>
                  <a:lnTo>
                    <a:pt x="339" y="897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45"/>
            <p:cNvSpPr/>
            <p:nvPr/>
          </p:nvSpPr>
          <p:spPr>
            <a:xfrm>
              <a:off x="4841918" y="2340901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1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45"/>
            <p:cNvSpPr/>
            <p:nvPr/>
          </p:nvSpPr>
          <p:spPr>
            <a:xfrm>
              <a:off x="4841918" y="2358201"/>
              <a:ext cx="10472" cy="16565"/>
            </a:xfrm>
            <a:custGeom>
              <a:avLst/>
              <a:gdLst/>
              <a:ahLst/>
              <a:cxnLst/>
              <a:rect l="l" t="t" r="r" b="b"/>
              <a:pathLst>
                <a:path w="342" h="541" extrusionOk="0">
                  <a:moveTo>
                    <a:pt x="1" y="1"/>
                  </a:moveTo>
                  <a:lnTo>
                    <a:pt x="1" y="541"/>
                  </a:lnTo>
                  <a:lnTo>
                    <a:pt x="341" y="54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45"/>
            <p:cNvSpPr/>
            <p:nvPr/>
          </p:nvSpPr>
          <p:spPr>
            <a:xfrm>
              <a:off x="4841918" y="2323540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5"/>
            <p:cNvSpPr/>
            <p:nvPr/>
          </p:nvSpPr>
          <p:spPr>
            <a:xfrm>
              <a:off x="4790263" y="2139946"/>
              <a:ext cx="355192" cy="177474"/>
            </a:xfrm>
            <a:custGeom>
              <a:avLst/>
              <a:gdLst/>
              <a:ahLst/>
              <a:cxnLst/>
              <a:rect l="l" t="t" r="r" b="b"/>
              <a:pathLst>
                <a:path w="11600" h="5796" extrusionOk="0">
                  <a:moveTo>
                    <a:pt x="1336" y="1309"/>
                  </a:moveTo>
                  <a:lnTo>
                    <a:pt x="2784" y="2757"/>
                  </a:lnTo>
                  <a:lnTo>
                    <a:pt x="829" y="2757"/>
                  </a:lnTo>
                  <a:lnTo>
                    <a:pt x="829" y="2498"/>
                  </a:lnTo>
                  <a:lnTo>
                    <a:pt x="1150" y="2498"/>
                  </a:lnTo>
                  <a:lnTo>
                    <a:pt x="1150" y="2157"/>
                  </a:lnTo>
                  <a:lnTo>
                    <a:pt x="829" y="2157"/>
                  </a:lnTo>
                  <a:lnTo>
                    <a:pt x="829" y="1916"/>
                  </a:lnTo>
                  <a:lnTo>
                    <a:pt x="1150" y="1916"/>
                  </a:lnTo>
                  <a:lnTo>
                    <a:pt x="1150" y="1575"/>
                  </a:lnTo>
                  <a:lnTo>
                    <a:pt x="829" y="1575"/>
                  </a:lnTo>
                  <a:lnTo>
                    <a:pt x="829" y="1309"/>
                  </a:lnTo>
                  <a:close/>
                  <a:moveTo>
                    <a:pt x="1110" y="4029"/>
                  </a:moveTo>
                  <a:lnTo>
                    <a:pt x="1110" y="4310"/>
                  </a:lnTo>
                  <a:lnTo>
                    <a:pt x="829" y="4310"/>
                  </a:lnTo>
                  <a:lnTo>
                    <a:pt x="829" y="4029"/>
                  </a:lnTo>
                  <a:close/>
                  <a:moveTo>
                    <a:pt x="3016" y="4509"/>
                  </a:moveTo>
                  <a:lnTo>
                    <a:pt x="3583" y="5078"/>
                  </a:lnTo>
                  <a:lnTo>
                    <a:pt x="3583" y="5456"/>
                  </a:lnTo>
                  <a:lnTo>
                    <a:pt x="1396" y="5456"/>
                  </a:lnTo>
                  <a:lnTo>
                    <a:pt x="1396" y="5078"/>
                  </a:lnTo>
                  <a:lnTo>
                    <a:pt x="1965" y="4509"/>
                  </a:lnTo>
                  <a:close/>
                  <a:moveTo>
                    <a:pt x="9552" y="4509"/>
                  </a:moveTo>
                  <a:lnTo>
                    <a:pt x="10121" y="5078"/>
                  </a:lnTo>
                  <a:lnTo>
                    <a:pt x="10121" y="5456"/>
                  </a:lnTo>
                  <a:lnTo>
                    <a:pt x="7932" y="5456"/>
                  </a:lnTo>
                  <a:lnTo>
                    <a:pt x="7932" y="5078"/>
                  </a:lnTo>
                  <a:lnTo>
                    <a:pt x="8501" y="4509"/>
                  </a:lnTo>
                  <a:close/>
                  <a:moveTo>
                    <a:pt x="5495" y="1"/>
                  </a:moveTo>
                  <a:cubicBezTo>
                    <a:pt x="4225" y="1"/>
                    <a:pt x="3192" y="1034"/>
                    <a:pt x="3192" y="2306"/>
                  </a:cubicBezTo>
                  <a:lnTo>
                    <a:pt x="3192" y="2681"/>
                  </a:lnTo>
                  <a:lnTo>
                    <a:pt x="1478" y="967"/>
                  </a:lnTo>
                  <a:lnTo>
                    <a:pt x="488" y="967"/>
                  </a:lnTo>
                  <a:lnTo>
                    <a:pt x="488" y="2853"/>
                  </a:lnTo>
                  <a:lnTo>
                    <a:pt x="1" y="3340"/>
                  </a:lnTo>
                  <a:lnTo>
                    <a:pt x="1" y="5794"/>
                  </a:lnTo>
                  <a:lnTo>
                    <a:pt x="896" y="5794"/>
                  </a:lnTo>
                  <a:lnTo>
                    <a:pt x="896" y="5453"/>
                  </a:lnTo>
                  <a:lnTo>
                    <a:pt x="340" y="5453"/>
                  </a:lnTo>
                  <a:lnTo>
                    <a:pt x="340" y="3579"/>
                  </a:lnTo>
                  <a:lnTo>
                    <a:pt x="1684" y="3579"/>
                  </a:lnTo>
                  <a:lnTo>
                    <a:pt x="1684" y="3240"/>
                  </a:lnTo>
                  <a:lnTo>
                    <a:pt x="581" y="3240"/>
                  </a:lnTo>
                  <a:lnTo>
                    <a:pt x="727" y="3094"/>
                  </a:lnTo>
                  <a:lnTo>
                    <a:pt x="9856" y="3094"/>
                  </a:lnTo>
                  <a:cubicBezTo>
                    <a:pt x="10628" y="3094"/>
                    <a:pt x="11257" y="3722"/>
                    <a:pt x="11257" y="4496"/>
                  </a:cubicBezTo>
                  <a:lnTo>
                    <a:pt x="11257" y="5453"/>
                  </a:lnTo>
                  <a:lnTo>
                    <a:pt x="10456" y="5453"/>
                  </a:lnTo>
                  <a:lnTo>
                    <a:pt x="10456" y="4935"/>
                  </a:lnTo>
                  <a:lnTo>
                    <a:pt x="9688" y="4166"/>
                  </a:lnTo>
                  <a:lnTo>
                    <a:pt x="8356" y="4166"/>
                  </a:lnTo>
                  <a:lnTo>
                    <a:pt x="7587" y="4935"/>
                  </a:lnTo>
                  <a:lnTo>
                    <a:pt x="7587" y="5453"/>
                  </a:lnTo>
                  <a:lnTo>
                    <a:pt x="3922" y="5453"/>
                  </a:lnTo>
                  <a:lnTo>
                    <a:pt x="3922" y="4935"/>
                  </a:lnTo>
                  <a:lnTo>
                    <a:pt x="3154" y="4166"/>
                  </a:lnTo>
                  <a:lnTo>
                    <a:pt x="1824" y="4166"/>
                  </a:lnTo>
                  <a:lnTo>
                    <a:pt x="1450" y="4540"/>
                  </a:lnTo>
                  <a:lnTo>
                    <a:pt x="1450" y="3688"/>
                  </a:lnTo>
                  <a:lnTo>
                    <a:pt x="490" y="3688"/>
                  </a:lnTo>
                  <a:lnTo>
                    <a:pt x="490" y="4648"/>
                  </a:lnTo>
                  <a:lnTo>
                    <a:pt x="1342" y="4648"/>
                  </a:lnTo>
                  <a:lnTo>
                    <a:pt x="1054" y="4936"/>
                  </a:lnTo>
                  <a:lnTo>
                    <a:pt x="1054" y="5795"/>
                  </a:lnTo>
                  <a:lnTo>
                    <a:pt x="11597" y="5795"/>
                  </a:lnTo>
                  <a:lnTo>
                    <a:pt x="11597" y="4498"/>
                  </a:lnTo>
                  <a:cubicBezTo>
                    <a:pt x="11599" y="3538"/>
                    <a:pt x="10818" y="2757"/>
                    <a:pt x="9858" y="2757"/>
                  </a:cubicBezTo>
                  <a:lnTo>
                    <a:pt x="7801" y="2757"/>
                  </a:lnTo>
                  <a:lnTo>
                    <a:pt x="7801" y="2306"/>
                  </a:lnTo>
                  <a:cubicBezTo>
                    <a:pt x="7801" y="1818"/>
                    <a:pt x="7651" y="1354"/>
                    <a:pt x="7368" y="963"/>
                  </a:cubicBezTo>
                  <a:lnTo>
                    <a:pt x="7093" y="1160"/>
                  </a:lnTo>
                  <a:cubicBezTo>
                    <a:pt x="7332" y="1496"/>
                    <a:pt x="7461" y="1892"/>
                    <a:pt x="7461" y="2307"/>
                  </a:cubicBezTo>
                  <a:lnTo>
                    <a:pt x="7461" y="2759"/>
                  </a:lnTo>
                  <a:lnTo>
                    <a:pt x="3532" y="2759"/>
                  </a:lnTo>
                  <a:lnTo>
                    <a:pt x="3532" y="2307"/>
                  </a:lnTo>
                  <a:cubicBezTo>
                    <a:pt x="3532" y="1224"/>
                    <a:pt x="4413" y="343"/>
                    <a:pt x="5495" y="343"/>
                  </a:cubicBezTo>
                  <a:cubicBezTo>
                    <a:pt x="6024" y="343"/>
                    <a:pt x="6518" y="550"/>
                    <a:pt x="6890" y="923"/>
                  </a:cubicBezTo>
                  <a:lnTo>
                    <a:pt x="7131" y="684"/>
                  </a:lnTo>
                  <a:cubicBezTo>
                    <a:pt x="6696" y="244"/>
                    <a:pt x="6114" y="1"/>
                    <a:pt x="54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5"/>
            <p:cNvSpPr/>
            <p:nvPr/>
          </p:nvSpPr>
          <p:spPr>
            <a:xfrm>
              <a:off x="4923273" y="2168361"/>
              <a:ext cx="14606" cy="14575"/>
            </a:xfrm>
            <a:custGeom>
              <a:avLst/>
              <a:gdLst/>
              <a:ahLst/>
              <a:cxnLst/>
              <a:rect l="l" t="t" r="r" b="b"/>
              <a:pathLst>
                <a:path w="477" h="476" extrusionOk="0">
                  <a:moveTo>
                    <a:pt x="295" y="0"/>
                  </a:moveTo>
                  <a:cubicBezTo>
                    <a:pt x="189" y="68"/>
                    <a:pt x="89" y="147"/>
                    <a:pt x="0" y="236"/>
                  </a:cubicBezTo>
                  <a:lnTo>
                    <a:pt x="243" y="475"/>
                  </a:lnTo>
                  <a:cubicBezTo>
                    <a:pt x="314" y="406"/>
                    <a:pt x="393" y="343"/>
                    <a:pt x="477" y="289"/>
                  </a:cubicBezTo>
                  <a:lnTo>
                    <a:pt x="2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45"/>
            <p:cNvSpPr/>
            <p:nvPr/>
          </p:nvSpPr>
          <p:spPr>
            <a:xfrm>
              <a:off x="4939195" y="2161472"/>
              <a:ext cx="12891" cy="12860"/>
            </a:xfrm>
            <a:custGeom>
              <a:avLst/>
              <a:gdLst/>
              <a:ahLst/>
              <a:cxnLst/>
              <a:rect l="l" t="t" r="r" b="b"/>
              <a:pathLst>
                <a:path w="421" h="420" extrusionOk="0">
                  <a:moveTo>
                    <a:pt x="363" y="1"/>
                  </a:moveTo>
                  <a:cubicBezTo>
                    <a:pt x="237" y="21"/>
                    <a:pt x="114" y="57"/>
                    <a:pt x="0" y="108"/>
                  </a:cubicBezTo>
                  <a:lnTo>
                    <a:pt x="132" y="419"/>
                  </a:lnTo>
                  <a:cubicBezTo>
                    <a:pt x="227" y="381"/>
                    <a:pt x="321" y="352"/>
                    <a:pt x="420" y="336"/>
                  </a:cubicBezTo>
                  <a:lnTo>
                    <a:pt x="36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45"/>
            <p:cNvSpPr/>
            <p:nvPr/>
          </p:nvSpPr>
          <p:spPr>
            <a:xfrm>
              <a:off x="4957934" y="2160829"/>
              <a:ext cx="50401" cy="48104"/>
            </a:xfrm>
            <a:custGeom>
              <a:avLst/>
              <a:gdLst/>
              <a:ahLst/>
              <a:cxnLst/>
              <a:rect l="l" t="t" r="r" b="b"/>
              <a:pathLst>
                <a:path w="1646" h="1571" extrusionOk="0">
                  <a:moveTo>
                    <a:pt x="1" y="0"/>
                  </a:moveTo>
                  <a:lnTo>
                    <a:pt x="6" y="339"/>
                  </a:lnTo>
                  <a:lnTo>
                    <a:pt x="22" y="339"/>
                  </a:lnTo>
                  <a:cubicBezTo>
                    <a:pt x="714" y="339"/>
                    <a:pt x="1278" y="881"/>
                    <a:pt x="1305" y="1571"/>
                  </a:cubicBezTo>
                  <a:lnTo>
                    <a:pt x="1646" y="1558"/>
                  </a:lnTo>
                  <a:cubicBezTo>
                    <a:pt x="1629" y="1138"/>
                    <a:pt x="1454" y="747"/>
                    <a:pt x="1148" y="455"/>
                  </a:cubicBezTo>
                  <a:cubicBezTo>
                    <a:pt x="843" y="163"/>
                    <a:pt x="443" y="0"/>
                    <a:pt x="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5"/>
            <p:cNvSpPr/>
            <p:nvPr/>
          </p:nvSpPr>
          <p:spPr>
            <a:xfrm>
              <a:off x="4930377" y="2244205"/>
              <a:ext cx="10380" cy="10472"/>
            </a:xfrm>
            <a:custGeom>
              <a:avLst/>
              <a:gdLst/>
              <a:ahLst/>
              <a:cxnLst/>
              <a:rect l="l" t="t" r="r" b="b"/>
              <a:pathLst>
                <a:path w="339" h="342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5"/>
            <p:cNvSpPr/>
            <p:nvPr/>
          </p:nvSpPr>
          <p:spPr>
            <a:xfrm>
              <a:off x="4912985" y="2244205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0"/>
                  </a:moveTo>
                  <a:lnTo>
                    <a:pt x="1" y="341"/>
                  </a:lnTo>
                  <a:lnTo>
                    <a:pt x="342" y="341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5"/>
            <p:cNvSpPr/>
            <p:nvPr/>
          </p:nvSpPr>
          <p:spPr>
            <a:xfrm>
              <a:off x="4947676" y="2244205"/>
              <a:ext cx="99607" cy="10472"/>
            </a:xfrm>
            <a:custGeom>
              <a:avLst/>
              <a:gdLst/>
              <a:ahLst/>
              <a:cxnLst/>
              <a:rect l="l" t="t" r="r" b="b"/>
              <a:pathLst>
                <a:path w="3253" h="342" extrusionOk="0">
                  <a:moveTo>
                    <a:pt x="0" y="0"/>
                  </a:moveTo>
                  <a:lnTo>
                    <a:pt x="0" y="341"/>
                  </a:lnTo>
                  <a:lnTo>
                    <a:pt x="3253" y="341"/>
                  </a:lnTo>
                  <a:lnTo>
                    <a:pt x="32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45"/>
            <p:cNvSpPr/>
            <p:nvPr/>
          </p:nvSpPr>
          <p:spPr>
            <a:xfrm>
              <a:off x="5092046" y="2245154"/>
              <a:ext cx="36468" cy="36468"/>
            </a:xfrm>
            <a:custGeom>
              <a:avLst/>
              <a:gdLst/>
              <a:ahLst/>
              <a:cxnLst/>
              <a:rect l="l" t="t" r="r" b="b"/>
              <a:pathLst>
                <a:path w="1191" h="1191" extrusionOk="0">
                  <a:moveTo>
                    <a:pt x="593" y="339"/>
                  </a:moveTo>
                  <a:cubicBezTo>
                    <a:pt x="734" y="339"/>
                    <a:pt x="848" y="455"/>
                    <a:pt x="848" y="594"/>
                  </a:cubicBezTo>
                  <a:cubicBezTo>
                    <a:pt x="848" y="736"/>
                    <a:pt x="734" y="852"/>
                    <a:pt x="593" y="852"/>
                  </a:cubicBezTo>
                  <a:cubicBezTo>
                    <a:pt x="453" y="852"/>
                    <a:pt x="337" y="736"/>
                    <a:pt x="337" y="594"/>
                  </a:cubicBezTo>
                  <a:cubicBezTo>
                    <a:pt x="337" y="455"/>
                    <a:pt x="453" y="339"/>
                    <a:pt x="593" y="339"/>
                  </a:cubicBezTo>
                  <a:close/>
                  <a:moveTo>
                    <a:pt x="594" y="0"/>
                  </a:moveTo>
                  <a:cubicBezTo>
                    <a:pt x="266" y="0"/>
                    <a:pt x="0" y="267"/>
                    <a:pt x="0" y="594"/>
                  </a:cubicBezTo>
                  <a:cubicBezTo>
                    <a:pt x="0" y="924"/>
                    <a:pt x="266" y="1191"/>
                    <a:pt x="594" y="1191"/>
                  </a:cubicBezTo>
                  <a:cubicBezTo>
                    <a:pt x="924" y="1191"/>
                    <a:pt x="1190" y="924"/>
                    <a:pt x="1190" y="594"/>
                  </a:cubicBezTo>
                  <a:cubicBezTo>
                    <a:pt x="1190" y="267"/>
                    <a:pt x="924" y="0"/>
                    <a:pt x="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45"/>
            <p:cNvSpPr/>
            <p:nvPr/>
          </p:nvSpPr>
          <p:spPr>
            <a:xfrm>
              <a:off x="4912985" y="2267629"/>
              <a:ext cx="63781" cy="10380"/>
            </a:xfrm>
            <a:custGeom>
              <a:avLst/>
              <a:gdLst/>
              <a:ahLst/>
              <a:cxnLst/>
              <a:rect l="l" t="t" r="r" b="b"/>
              <a:pathLst>
                <a:path w="2083" h="339" extrusionOk="0">
                  <a:moveTo>
                    <a:pt x="1" y="0"/>
                  </a:moveTo>
                  <a:lnTo>
                    <a:pt x="1" y="339"/>
                  </a:lnTo>
                  <a:lnTo>
                    <a:pt x="2083" y="339"/>
                  </a:lnTo>
                  <a:lnTo>
                    <a:pt x="208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45"/>
            <p:cNvSpPr/>
            <p:nvPr/>
          </p:nvSpPr>
          <p:spPr>
            <a:xfrm>
              <a:off x="4912985" y="2205962"/>
              <a:ext cx="34386" cy="10472"/>
            </a:xfrm>
            <a:custGeom>
              <a:avLst/>
              <a:gdLst/>
              <a:ahLst/>
              <a:cxnLst/>
              <a:rect l="l" t="t" r="r" b="b"/>
              <a:pathLst>
                <a:path w="1123" h="342" extrusionOk="0">
                  <a:moveTo>
                    <a:pt x="1" y="1"/>
                  </a:moveTo>
                  <a:lnTo>
                    <a:pt x="1" y="342"/>
                  </a:lnTo>
                  <a:lnTo>
                    <a:pt x="1122" y="342"/>
                  </a:lnTo>
                  <a:lnTo>
                    <a:pt x="1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5" name="Google Shape;665;p45"/>
          <p:cNvGrpSpPr/>
          <p:nvPr/>
        </p:nvGrpSpPr>
        <p:grpSpPr>
          <a:xfrm>
            <a:off x="8452409" y="3304094"/>
            <a:ext cx="355223" cy="355100"/>
            <a:chOff x="3998696" y="2081923"/>
            <a:chExt cx="355223" cy="355100"/>
          </a:xfrm>
        </p:grpSpPr>
        <p:sp>
          <p:nvSpPr>
            <p:cNvPr id="666" name="Google Shape;666;p45"/>
            <p:cNvSpPr/>
            <p:nvPr/>
          </p:nvSpPr>
          <p:spPr>
            <a:xfrm>
              <a:off x="4171051" y="2254187"/>
              <a:ext cx="10350" cy="103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1"/>
                  </a:moveTo>
                  <a:lnTo>
                    <a:pt x="1" y="338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45"/>
            <p:cNvSpPr/>
            <p:nvPr/>
          </p:nvSpPr>
          <p:spPr>
            <a:xfrm>
              <a:off x="4171051" y="2271395"/>
              <a:ext cx="10350" cy="103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0"/>
                  </a:moveTo>
                  <a:lnTo>
                    <a:pt x="1" y="337"/>
                  </a:lnTo>
                  <a:lnTo>
                    <a:pt x="338" y="33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45"/>
            <p:cNvSpPr/>
            <p:nvPr/>
          </p:nvSpPr>
          <p:spPr>
            <a:xfrm>
              <a:off x="4171051" y="2236979"/>
              <a:ext cx="10350" cy="10411"/>
            </a:xfrm>
            <a:custGeom>
              <a:avLst/>
              <a:gdLst/>
              <a:ahLst/>
              <a:cxnLst/>
              <a:rect l="l" t="t" r="r" b="b"/>
              <a:pathLst>
                <a:path w="338" h="340" extrusionOk="0">
                  <a:moveTo>
                    <a:pt x="1" y="1"/>
                  </a:moveTo>
                  <a:lnTo>
                    <a:pt x="1" y="340"/>
                  </a:lnTo>
                  <a:lnTo>
                    <a:pt x="338" y="340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45"/>
            <p:cNvSpPr/>
            <p:nvPr/>
          </p:nvSpPr>
          <p:spPr>
            <a:xfrm>
              <a:off x="3998696" y="2081923"/>
              <a:ext cx="355223" cy="355100"/>
            </a:xfrm>
            <a:custGeom>
              <a:avLst/>
              <a:gdLst/>
              <a:ahLst/>
              <a:cxnLst/>
              <a:rect l="l" t="t" r="r" b="b"/>
              <a:pathLst>
                <a:path w="11601" h="11597" extrusionOk="0">
                  <a:moveTo>
                    <a:pt x="4182" y="580"/>
                  </a:moveTo>
                  <a:lnTo>
                    <a:pt x="4807" y="1664"/>
                  </a:lnTo>
                  <a:lnTo>
                    <a:pt x="4110" y="2872"/>
                  </a:lnTo>
                  <a:lnTo>
                    <a:pt x="2713" y="2872"/>
                  </a:lnTo>
                  <a:lnTo>
                    <a:pt x="2089" y="1792"/>
                  </a:lnTo>
                  <a:cubicBezTo>
                    <a:pt x="2680" y="1245"/>
                    <a:pt x="3394" y="825"/>
                    <a:pt x="4182" y="580"/>
                  </a:cubicBezTo>
                  <a:close/>
                  <a:moveTo>
                    <a:pt x="1839" y="2037"/>
                  </a:moveTo>
                  <a:lnTo>
                    <a:pt x="2419" y="3041"/>
                  </a:lnTo>
                  <a:lnTo>
                    <a:pt x="1721" y="4249"/>
                  </a:lnTo>
                  <a:lnTo>
                    <a:pt x="560" y="4249"/>
                  </a:lnTo>
                  <a:cubicBezTo>
                    <a:pt x="810" y="3412"/>
                    <a:pt x="1254" y="2655"/>
                    <a:pt x="1839" y="2037"/>
                  </a:cubicBezTo>
                  <a:close/>
                  <a:moveTo>
                    <a:pt x="5797" y="336"/>
                  </a:moveTo>
                  <a:cubicBezTo>
                    <a:pt x="6233" y="336"/>
                    <a:pt x="6663" y="386"/>
                    <a:pt x="7076" y="486"/>
                  </a:cubicBezTo>
                  <a:lnTo>
                    <a:pt x="6494" y="1494"/>
                  </a:lnTo>
                  <a:lnTo>
                    <a:pt x="5797" y="1494"/>
                  </a:lnTo>
                  <a:lnTo>
                    <a:pt x="5797" y="1831"/>
                  </a:lnTo>
                  <a:lnTo>
                    <a:pt x="6494" y="1831"/>
                  </a:lnTo>
                  <a:lnTo>
                    <a:pt x="7192" y="3041"/>
                  </a:lnTo>
                  <a:lnTo>
                    <a:pt x="6494" y="4249"/>
                  </a:lnTo>
                  <a:lnTo>
                    <a:pt x="5097" y="4249"/>
                  </a:lnTo>
                  <a:lnTo>
                    <a:pt x="4400" y="3041"/>
                  </a:lnTo>
                  <a:lnTo>
                    <a:pt x="5097" y="1831"/>
                  </a:lnTo>
                  <a:lnTo>
                    <a:pt x="5458" y="1831"/>
                  </a:lnTo>
                  <a:lnTo>
                    <a:pt x="5458" y="1494"/>
                  </a:lnTo>
                  <a:lnTo>
                    <a:pt x="5097" y="1494"/>
                  </a:lnTo>
                  <a:lnTo>
                    <a:pt x="4517" y="488"/>
                  </a:lnTo>
                  <a:cubicBezTo>
                    <a:pt x="4929" y="390"/>
                    <a:pt x="5358" y="336"/>
                    <a:pt x="5797" y="336"/>
                  </a:cubicBezTo>
                  <a:close/>
                  <a:moveTo>
                    <a:pt x="9756" y="2037"/>
                  </a:moveTo>
                  <a:cubicBezTo>
                    <a:pt x="10350" y="2664"/>
                    <a:pt x="10788" y="3423"/>
                    <a:pt x="11033" y="4253"/>
                  </a:cubicBezTo>
                  <a:lnTo>
                    <a:pt x="9873" y="4253"/>
                  </a:lnTo>
                  <a:lnTo>
                    <a:pt x="9176" y="3043"/>
                  </a:lnTo>
                  <a:lnTo>
                    <a:pt x="9756" y="2037"/>
                  </a:lnTo>
                  <a:close/>
                  <a:moveTo>
                    <a:pt x="4110" y="3209"/>
                  </a:moveTo>
                  <a:lnTo>
                    <a:pt x="4807" y="4420"/>
                  </a:lnTo>
                  <a:lnTo>
                    <a:pt x="4110" y="5630"/>
                  </a:lnTo>
                  <a:lnTo>
                    <a:pt x="2713" y="5630"/>
                  </a:lnTo>
                  <a:lnTo>
                    <a:pt x="2015" y="4420"/>
                  </a:lnTo>
                  <a:lnTo>
                    <a:pt x="2713" y="3209"/>
                  </a:lnTo>
                  <a:close/>
                  <a:moveTo>
                    <a:pt x="8884" y="3211"/>
                  </a:moveTo>
                  <a:lnTo>
                    <a:pt x="9582" y="4420"/>
                  </a:lnTo>
                  <a:lnTo>
                    <a:pt x="8884" y="5630"/>
                  </a:lnTo>
                  <a:lnTo>
                    <a:pt x="7487" y="5630"/>
                  </a:lnTo>
                  <a:lnTo>
                    <a:pt x="7355" y="5404"/>
                  </a:lnTo>
                  <a:lnTo>
                    <a:pt x="7063" y="5570"/>
                  </a:lnTo>
                  <a:lnTo>
                    <a:pt x="7194" y="5797"/>
                  </a:lnTo>
                  <a:lnTo>
                    <a:pt x="6496" y="7007"/>
                  </a:lnTo>
                  <a:lnTo>
                    <a:pt x="5099" y="7007"/>
                  </a:lnTo>
                  <a:lnTo>
                    <a:pt x="4401" y="5797"/>
                  </a:lnTo>
                  <a:lnTo>
                    <a:pt x="5099" y="4588"/>
                  </a:lnTo>
                  <a:lnTo>
                    <a:pt x="6496" y="4588"/>
                  </a:lnTo>
                  <a:lnTo>
                    <a:pt x="6895" y="5280"/>
                  </a:lnTo>
                  <a:lnTo>
                    <a:pt x="7188" y="5114"/>
                  </a:lnTo>
                  <a:lnTo>
                    <a:pt x="6789" y="4420"/>
                  </a:lnTo>
                  <a:lnTo>
                    <a:pt x="7487" y="3211"/>
                  </a:lnTo>
                  <a:close/>
                  <a:moveTo>
                    <a:pt x="1721" y="4590"/>
                  </a:moveTo>
                  <a:lnTo>
                    <a:pt x="2419" y="5799"/>
                  </a:lnTo>
                  <a:lnTo>
                    <a:pt x="1721" y="7009"/>
                  </a:lnTo>
                  <a:lnTo>
                    <a:pt x="471" y="7009"/>
                  </a:lnTo>
                  <a:cubicBezTo>
                    <a:pt x="384" y="6614"/>
                    <a:pt x="335" y="6206"/>
                    <a:pt x="335" y="5799"/>
                  </a:cubicBezTo>
                  <a:cubicBezTo>
                    <a:pt x="335" y="5384"/>
                    <a:pt x="384" y="4980"/>
                    <a:pt x="471" y="4590"/>
                  </a:cubicBezTo>
                  <a:close/>
                  <a:moveTo>
                    <a:pt x="11122" y="4590"/>
                  </a:moveTo>
                  <a:cubicBezTo>
                    <a:pt x="11212" y="4981"/>
                    <a:pt x="11258" y="5387"/>
                    <a:pt x="11258" y="5799"/>
                  </a:cubicBezTo>
                  <a:cubicBezTo>
                    <a:pt x="11258" y="6215"/>
                    <a:pt x="11211" y="6619"/>
                    <a:pt x="11122" y="7009"/>
                  </a:cubicBezTo>
                  <a:lnTo>
                    <a:pt x="9873" y="7009"/>
                  </a:lnTo>
                  <a:lnTo>
                    <a:pt x="9176" y="5799"/>
                  </a:lnTo>
                  <a:lnTo>
                    <a:pt x="9873" y="4590"/>
                  </a:lnTo>
                  <a:close/>
                  <a:moveTo>
                    <a:pt x="8884" y="5967"/>
                  </a:moveTo>
                  <a:lnTo>
                    <a:pt x="9582" y="7176"/>
                  </a:lnTo>
                  <a:lnTo>
                    <a:pt x="8884" y="8386"/>
                  </a:lnTo>
                  <a:lnTo>
                    <a:pt x="7487" y="8386"/>
                  </a:lnTo>
                  <a:lnTo>
                    <a:pt x="6789" y="7176"/>
                  </a:lnTo>
                  <a:lnTo>
                    <a:pt x="7487" y="5967"/>
                  </a:lnTo>
                  <a:close/>
                  <a:moveTo>
                    <a:pt x="11033" y="7346"/>
                  </a:moveTo>
                  <a:cubicBezTo>
                    <a:pt x="10787" y="8185"/>
                    <a:pt x="10343" y="8941"/>
                    <a:pt x="9754" y="9558"/>
                  </a:cubicBezTo>
                  <a:lnTo>
                    <a:pt x="9174" y="8556"/>
                  </a:lnTo>
                  <a:lnTo>
                    <a:pt x="9872" y="7346"/>
                  </a:lnTo>
                  <a:close/>
                  <a:moveTo>
                    <a:pt x="6496" y="7344"/>
                  </a:moveTo>
                  <a:lnTo>
                    <a:pt x="7194" y="8553"/>
                  </a:lnTo>
                  <a:lnTo>
                    <a:pt x="6496" y="9763"/>
                  </a:lnTo>
                  <a:lnTo>
                    <a:pt x="5099" y="9763"/>
                  </a:lnTo>
                  <a:lnTo>
                    <a:pt x="4401" y="8553"/>
                  </a:lnTo>
                  <a:lnTo>
                    <a:pt x="5099" y="7344"/>
                  </a:lnTo>
                  <a:close/>
                  <a:moveTo>
                    <a:pt x="4110" y="5967"/>
                  </a:moveTo>
                  <a:lnTo>
                    <a:pt x="4807" y="7176"/>
                  </a:lnTo>
                  <a:lnTo>
                    <a:pt x="4110" y="8386"/>
                  </a:lnTo>
                  <a:lnTo>
                    <a:pt x="3350" y="8386"/>
                  </a:lnTo>
                  <a:lnTo>
                    <a:pt x="3350" y="8723"/>
                  </a:lnTo>
                  <a:lnTo>
                    <a:pt x="4110" y="8723"/>
                  </a:lnTo>
                  <a:lnTo>
                    <a:pt x="4807" y="9932"/>
                  </a:lnTo>
                  <a:lnTo>
                    <a:pt x="4182" y="11015"/>
                  </a:lnTo>
                  <a:cubicBezTo>
                    <a:pt x="3403" y="10776"/>
                    <a:pt x="2687" y="10363"/>
                    <a:pt x="2087" y="9805"/>
                  </a:cubicBezTo>
                  <a:lnTo>
                    <a:pt x="2713" y="8723"/>
                  </a:lnTo>
                  <a:lnTo>
                    <a:pt x="3013" y="8723"/>
                  </a:lnTo>
                  <a:lnTo>
                    <a:pt x="3013" y="8386"/>
                  </a:lnTo>
                  <a:lnTo>
                    <a:pt x="2713" y="8386"/>
                  </a:lnTo>
                  <a:lnTo>
                    <a:pt x="2015" y="7176"/>
                  </a:lnTo>
                  <a:lnTo>
                    <a:pt x="2713" y="5967"/>
                  </a:lnTo>
                  <a:close/>
                  <a:moveTo>
                    <a:pt x="8884" y="8723"/>
                  </a:moveTo>
                  <a:lnTo>
                    <a:pt x="9506" y="9803"/>
                  </a:lnTo>
                  <a:cubicBezTo>
                    <a:pt x="8915" y="10352"/>
                    <a:pt x="8203" y="10771"/>
                    <a:pt x="7415" y="11015"/>
                  </a:cubicBezTo>
                  <a:lnTo>
                    <a:pt x="6788" y="9932"/>
                  </a:lnTo>
                  <a:lnTo>
                    <a:pt x="7487" y="8723"/>
                  </a:lnTo>
                  <a:close/>
                  <a:moveTo>
                    <a:pt x="6496" y="10102"/>
                  </a:moveTo>
                  <a:lnTo>
                    <a:pt x="7076" y="11108"/>
                  </a:lnTo>
                  <a:cubicBezTo>
                    <a:pt x="6666" y="11205"/>
                    <a:pt x="6239" y="11260"/>
                    <a:pt x="5797" y="11260"/>
                  </a:cubicBezTo>
                  <a:cubicBezTo>
                    <a:pt x="5360" y="11260"/>
                    <a:pt x="4932" y="11207"/>
                    <a:pt x="4517" y="11108"/>
                  </a:cubicBezTo>
                  <a:lnTo>
                    <a:pt x="5099" y="10102"/>
                  </a:lnTo>
                  <a:close/>
                  <a:moveTo>
                    <a:pt x="5798" y="0"/>
                  </a:moveTo>
                  <a:cubicBezTo>
                    <a:pt x="4249" y="0"/>
                    <a:pt x="2794" y="604"/>
                    <a:pt x="1700" y="1700"/>
                  </a:cubicBezTo>
                  <a:cubicBezTo>
                    <a:pt x="604" y="2796"/>
                    <a:pt x="0" y="4249"/>
                    <a:pt x="0" y="5799"/>
                  </a:cubicBezTo>
                  <a:cubicBezTo>
                    <a:pt x="0" y="6828"/>
                    <a:pt x="272" y="7837"/>
                    <a:pt x="788" y="8721"/>
                  </a:cubicBezTo>
                  <a:lnTo>
                    <a:pt x="1080" y="8551"/>
                  </a:lnTo>
                  <a:cubicBezTo>
                    <a:pt x="859" y="8170"/>
                    <a:pt x="685" y="7768"/>
                    <a:pt x="562" y="7346"/>
                  </a:cubicBezTo>
                  <a:lnTo>
                    <a:pt x="1725" y="7346"/>
                  </a:lnTo>
                  <a:lnTo>
                    <a:pt x="2423" y="8556"/>
                  </a:lnTo>
                  <a:lnTo>
                    <a:pt x="1843" y="9562"/>
                  </a:lnTo>
                  <a:cubicBezTo>
                    <a:pt x="1627" y="9336"/>
                    <a:pt x="1432" y="9091"/>
                    <a:pt x="1256" y="8828"/>
                  </a:cubicBezTo>
                  <a:lnTo>
                    <a:pt x="975" y="9015"/>
                  </a:lnTo>
                  <a:cubicBezTo>
                    <a:pt x="2055" y="10633"/>
                    <a:pt x="3858" y="11597"/>
                    <a:pt x="5802" y="11597"/>
                  </a:cubicBezTo>
                  <a:cubicBezTo>
                    <a:pt x="7351" y="11597"/>
                    <a:pt x="8806" y="10995"/>
                    <a:pt x="9901" y="9899"/>
                  </a:cubicBezTo>
                  <a:cubicBezTo>
                    <a:pt x="10995" y="8803"/>
                    <a:pt x="11600" y="7348"/>
                    <a:pt x="11600" y="5799"/>
                  </a:cubicBezTo>
                  <a:cubicBezTo>
                    <a:pt x="11595" y="4753"/>
                    <a:pt x="11314" y="3729"/>
                    <a:pt x="10785" y="2836"/>
                  </a:cubicBezTo>
                  <a:cubicBezTo>
                    <a:pt x="10268" y="1970"/>
                    <a:pt x="9531" y="1249"/>
                    <a:pt x="8656" y="751"/>
                  </a:cubicBezTo>
                  <a:lnTo>
                    <a:pt x="8489" y="1042"/>
                  </a:lnTo>
                  <a:cubicBezTo>
                    <a:pt x="8861" y="1254"/>
                    <a:pt x="9203" y="1504"/>
                    <a:pt x="9509" y="1791"/>
                  </a:cubicBezTo>
                  <a:lnTo>
                    <a:pt x="8884" y="2872"/>
                  </a:lnTo>
                  <a:lnTo>
                    <a:pt x="7487" y="2872"/>
                  </a:lnTo>
                  <a:lnTo>
                    <a:pt x="6788" y="1664"/>
                  </a:lnTo>
                  <a:lnTo>
                    <a:pt x="7415" y="580"/>
                  </a:lnTo>
                  <a:cubicBezTo>
                    <a:pt x="7681" y="665"/>
                    <a:pt x="7944" y="767"/>
                    <a:pt x="8199" y="894"/>
                  </a:cubicBezTo>
                  <a:lnTo>
                    <a:pt x="8350" y="589"/>
                  </a:lnTo>
                  <a:cubicBezTo>
                    <a:pt x="7552" y="198"/>
                    <a:pt x="6693" y="0"/>
                    <a:pt x="57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45"/>
            <p:cNvSpPr/>
            <p:nvPr/>
          </p:nvSpPr>
          <p:spPr>
            <a:xfrm>
              <a:off x="4018537" y="2259392"/>
              <a:ext cx="13014" cy="30161"/>
            </a:xfrm>
            <a:custGeom>
              <a:avLst/>
              <a:gdLst/>
              <a:ahLst/>
              <a:cxnLst/>
              <a:rect l="l" t="t" r="r" b="b"/>
              <a:pathLst>
                <a:path w="425" h="985" extrusionOk="0">
                  <a:moveTo>
                    <a:pt x="1" y="1"/>
                  </a:moveTo>
                  <a:cubicBezTo>
                    <a:pt x="1" y="332"/>
                    <a:pt x="32" y="662"/>
                    <a:pt x="93" y="985"/>
                  </a:cubicBezTo>
                  <a:lnTo>
                    <a:pt x="425" y="921"/>
                  </a:lnTo>
                  <a:cubicBezTo>
                    <a:pt x="365" y="619"/>
                    <a:pt x="336" y="311"/>
                    <a:pt x="33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45"/>
            <p:cNvSpPr/>
            <p:nvPr/>
          </p:nvSpPr>
          <p:spPr>
            <a:xfrm>
              <a:off x="4225706" y="2378899"/>
              <a:ext cx="42868" cy="29181"/>
            </a:xfrm>
            <a:custGeom>
              <a:avLst/>
              <a:gdLst/>
              <a:ahLst/>
              <a:cxnLst/>
              <a:rect l="l" t="t" r="r" b="b"/>
              <a:pathLst>
                <a:path w="1400" h="953" extrusionOk="0">
                  <a:moveTo>
                    <a:pt x="1202" y="1"/>
                  </a:moveTo>
                  <a:cubicBezTo>
                    <a:pt x="834" y="267"/>
                    <a:pt x="428" y="481"/>
                    <a:pt x="1" y="635"/>
                  </a:cubicBezTo>
                  <a:lnTo>
                    <a:pt x="113" y="952"/>
                  </a:lnTo>
                  <a:cubicBezTo>
                    <a:pt x="571" y="789"/>
                    <a:pt x="1004" y="559"/>
                    <a:pt x="1399" y="274"/>
                  </a:cubicBezTo>
                  <a:lnTo>
                    <a:pt x="120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45"/>
            <p:cNvSpPr/>
            <p:nvPr/>
          </p:nvSpPr>
          <p:spPr>
            <a:xfrm>
              <a:off x="4320902" y="2261229"/>
              <a:ext cx="13014" cy="28324"/>
            </a:xfrm>
            <a:custGeom>
              <a:avLst/>
              <a:gdLst/>
              <a:ahLst/>
              <a:cxnLst/>
              <a:rect l="l" t="t" r="r" b="b"/>
              <a:pathLst>
                <a:path w="425" h="925" extrusionOk="0">
                  <a:moveTo>
                    <a:pt x="86" y="1"/>
                  </a:moveTo>
                  <a:cubicBezTo>
                    <a:pt x="84" y="291"/>
                    <a:pt x="55" y="580"/>
                    <a:pt x="1" y="861"/>
                  </a:cubicBezTo>
                  <a:lnTo>
                    <a:pt x="331" y="925"/>
                  </a:lnTo>
                  <a:cubicBezTo>
                    <a:pt x="390" y="622"/>
                    <a:pt x="421" y="312"/>
                    <a:pt x="425" y="4"/>
                  </a:cubicBezTo>
                  <a:lnTo>
                    <a:pt x="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45"/>
            <p:cNvSpPr/>
            <p:nvPr/>
          </p:nvSpPr>
          <p:spPr>
            <a:xfrm>
              <a:off x="4320350" y="2226048"/>
              <a:ext cx="11972" cy="11972"/>
            </a:xfrm>
            <a:custGeom>
              <a:avLst/>
              <a:gdLst/>
              <a:ahLst/>
              <a:cxnLst/>
              <a:rect l="l" t="t" r="r" b="b"/>
              <a:pathLst>
                <a:path w="391" h="391" extrusionOk="0">
                  <a:moveTo>
                    <a:pt x="329" y="1"/>
                  </a:moveTo>
                  <a:lnTo>
                    <a:pt x="1" y="72"/>
                  </a:lnTo>
                  <a:cubicBezTo>
                    <a:pt x="23" y="177"/>
                    <a:pt x="44" y="284"/>
                    <a:pt x="57" y="390"/>
                  </a:cubicBezTo>
                  <a:lnTo>
                    <a:pt x="390" y="343"/>
                  </a:lnTo>
                  <a:cubicBezTo>
                    <a:pt x="374" y="227"/>
                    <a:pt x="352" y="111"/>
                    <a:pt x="3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45"/>
            <p:cNvSpPr/>
            <p:nvPr/>
          </p:nvSpPr>
          <p:spPr>
            <a:xfrm>
              <a:off x="4322861" y="2243654"/>
              <a:ext cx="10962" cy="11023"/>
            </a:xfrm>
            <a:custGeom>
              <a:avLst/>
              <a:gdLst/>
              <a:ahLst/>
              <a:cxnLst/>
              <a:rect l="l" t="t" r="r" b="b"/>
              <a:pathLst>
                <a:path w="358" h="360" extrusionOk="0">
                  <a:moveTo>
                    <a:pt x="336" y="0"/>
                  </a:moveTo>
                  <a:lnTo>
                    <a:pt x="0" y="35"/>
                  </a:lnTo>
                  <a:cubicBezTo>
                    <a:pt x="11" y="140"/>
                    <a:pt x="18" y="250"/>
                    <a:pt x="20" y="359"/>
                  </a:cubicBezTo>
                  <a:lnTo>
                    <a:pt x="357" y="348"/>
                  </a:lnTo>
                  <a:cubicBezTo>
                    <a:pt x="354" y="232"/>
                    <a:pt x="346" y="114"/>
                    <a:pt x="3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45"/>
            <p:cNvSpPr/>
            <p:nvPr/>
          </p:nvSpPr>
          <p:spPr>
            <a:xfrm>
              <a:off x="4102434" y="2109939"/>
              <a:ext cx="26670" cy="19168"/>
            </a:xfrm>
            <a:custGeom>
              <a:avLst/>
              <a:gdLst/>
              <a:ahLst/>
              <a:cxnLst/>
              <a:rect l="l" t="t" r="r" b="b"/>
              <a:pathLst>
                <a:path w="871" h="626" extrusionOk="0">
                  <a:moveTo>
                    <a:pt x="761" y="0"/>
                  </a:moveTo>
                  <a:cubicBezTo>
                    <a:pt x="502" y="89"/>
                    <a:pt x="245" y="198"/>
                    <a:pt x="0" y="327"/>
                  </a:cubicBezTo>
                  <a:lnTo>
                    <a:pt x="160" y="626"/>
                  </a:lnTo>
                  <a:cubicBezTo>
                    <a:pt x="388" y="506"/>
                    <a:pt x="629" y="403"/>
                    <a:pt x="870" y="321"/>
                  </a:cubicBezTo>
                  <a:lnTo>
                    <a:pt x="7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45"/>
            <p:cNvSpPr/>
            <p:nvPr/>
          </p:nvSpPr>
          <p:spPr>
            <a:xfrm>
              <a:off x="4087338" y="2123473"/>
              <a:ext cx="14238" cy="14238"/>
            </a:xfrm>
            <a:custGeom>
              <a:avLst/>
              <a:gdLst/>
              <a:ahLst/>
              <a:cxnLst/>
              <a:rect l="l" t="t" r="r" b="b"/>
              <a:pathLst>
                <a:path w="465" h="465" extrusionOk="0">
                  <a:moveTo>
                    <a:pt x="294" y="1"/>
                  </a:moveTo>
                  <a:cubicBezTo>
                    <a:pt x="194" y="60"/>
                    <a:pt x="95" y="124"/>
                    <a:pt x="1" y="187"/>
                  </a:cubicBezTo>
                  <a:lnTo>
                    <a:pt x="191" y="464"/>
                  </a:lnTo>
                  <a:cubicBezTo>
                    <a:pt x="280" y="405"/>
                    <a:pt x="372" y="345"/>
                    <a:pt x="464" y="291"/>
                  </a:cubicBezTo>
                  <a:lnTo>
                    <a:pt x="2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4073253" y="2133363"/>
              <a:ext cx="14514" cy="14544"/>
            </a:xfrm>
            <a:custGeom>
              <a:avLst/>
              <a:gdLst/>
              <a:ahLst/>
              <a:cxnLst/>
              <a:rect l="l" t="t" r="r" b="b"/>
              <a:pathLst>
                <a:path w="474" h="475" extrusionOk="0">
                  <a:moveTo>
                    <a:pt x="272" y="0"/>
                  </a:moveTo>
                  <a:cubicBezTo>
                    <a:pt x="180" y="69"/>
                    <a:pt x="89" y="141"/>
                    <a:pt x="0" y="219"/>
                  </a:cubicBezTo>
                  <a:lnTo>
                    <a:pt x="220" y="475"/>
                  </a:lnTo>
                  <a:cubicBezTo>
                    <a:pt x="301" y="404"/>
                    <a:pt x="388" y="335"/>
                    <a:pt x="473" y="272"/>
                  </a:cubicBezTo>
                  <a:lnTo>
                    <a:pt x="27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4230973" y="2220628"/>
              <a:ext cx="19352" cy="23118"/>
            </a:xfrm>
            <a:custGeom>
              <a:avLst/>
              <a:gdLst/>
              <a:ahLst/>
              <a:cxnLst/>
              <a:rect l="l" t="t" r="r" b="b"/>
              <a:pathLst>
                <a:path w="632" h="755" extrusionOk="0">
                  <a:moveTo>
                    <a:pt x="338" y="0"/>
                  </a:moveTo>
                  <a:lnTo>
                    <a:pt x="1" y="586"/>
                  </a:lnTo>
                  <a:lnTo>
                    <a:pt x="292" y="754"/>
                  </a:lnTo>
                  <a:lnTo>
                    <a:pt x="631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4253325" y="2190836"/>
              <a:ext cx="14146" cy="14116"/>
            </a:xfrm>
            <a:custGeom>
              <a:avLst/>
              <a:gdLst/>
              <a:ahLst/>
              <a:cxnLst/>
              <a:rect l="l" t="t" r="r" b="b"/>
              <a:pathLst>
                <a:path w="462" h="461" extrusionOk="0">
                  <a:moveTo>
                    <a:pt x="169" y="0"/>
                  </a:moveTo>
                  <a:lnTo>
                    <a:pt x="1" y="292"/>
                  </a:lnTo>
                  <a:lnTo>
                    <a:pt x="293" y="461"/>
                  </a:lnTo>
                  <a:lnTo>
                    <a:pt x="461" y="169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4244782" y="2205655"/>
              <a:ext cx="14146" cy="14177"/>
            </a:xfrm>
            <a:custGeom>
              <a:avLst/>
              <a:gdLst/>
              <a:ahLst/>
              <a:cxnLst/>
              <a:rect l="l" t="t" r="r" b="b"/>
              <a:pathLst>
                <a:path w="462" h="463" extrusionOk="0">
                  <a:moveTo>
                    <a:pt x="169" y="0"/>
                  </a:moveTo>
                  <a:lnTo>
                    <a:pt x="1" y="294"/>
                  </a:lnTo>
                  <a:lnTo>
                    <a:pt x="293" y="462"/>
                  </a:lnTo>
                  <a:lnTo>
                    <a:pt x="461" y="17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4159293" y="2150265"/>
              <a:ext cx="30375" cy="10350"/>
            </a:xfrm>
            <a:custGeom>
              <a:avLst/>
              <a:gdLst/>
              <a:ahLst/>
              <a:cxnLst/>
              <a:rect l="l" t="t" r="r" b="b"/>
              <a:pathLst>
                <a:path w="992" h="338" extrusionOk="0">
                  <a:moveTo>
                    <a:pt x="1" y="1"/>
                  </a:moveTo>
                  <a:lnTo>
                    <a:pt x="1" y="338"/>
                  </a:lnTo>
                  <a:lnTo>
                    <a:pt x="992" y="338"/>
                  </a:lnTo>
                  <a:lnTo>
                    <a:pt x="9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4071263" y="2297452"/>
              <a:ext cx="26088" cy="34815"/>
            </a:xfrm>
            <a:custGeom>
              <a:avLst/>
              <a:gdLst/>
              <a:ahLst/>
              <a:cxnLst/>
              <a:rect l="l" t="t" r="r" b="b"/>
              <a:pathLst>
                <a:path w="852" h="1137" extrusionOk="0">
                  <a:moveTo>
                    <a:pt x="294" y="1"/>
                  </a:moveTo>
                  <a:lnTo>
                    <a:pt x="0" y="169"/>
                  </a:lnTo>
                  <a:lnTo>
                    <a:pt x="560" y="1137"/>
                  </a:lnTo>
                  <a:lnTo>
                    <a:pt x="852" y="968"/>
                  </a:lnTo>
                  <a:lnTo>
                    <a:pt x="2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4176654" y="2338696"/>
              <a:ext cx="31600" cy="10350"/>
            </a:xfrm>
            <a:custGeom>
              <a:avLst/>
              <a:gdLst/>
              <a:ahLst/>
              <a:cxnLst/>
              <a:rect l="l" t="t" r="r" b="b"/>
              <a:pathLst>
                <a:path w="1032" h="338" extrusionOk="0">
                  <a:moveTo>
                    <a:pt x="1" y="0"/>
                  </a:moveTo>
                  <a:lnTo>
                    <a:pt x="1" y="337"/>
                  </a:lnTo>
                  <a:lnTo>
                    <a:pt x="1032" y="337"/>
                  </a:lnTo>
                  <a:lnTo>
                    <a:pt x="10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4159477" y="2338696"/>
              <a:ext cx="10350" cy="103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0" y="0"/>
                  </a:moveTo>
                  <a:lnTo>
                    <a:pt x="0" y="337"/>
                  </a:lnTo>
                  <a:lnTo>
                    <a:pt x="337" y="337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4142208" y="2338696"/>
              <a:ext cx="10350" cy="10350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0"/>
                  </a:moveTo>
                  <a:lnTo>
                    <a:pt x="1" y="337"/>
                  </a:lnTo>
                  <a:lnTo>
                    <a:pt x="338" y="33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6" name="Google Shape;686;p45"/>
          <p:cNvGrpSpPr/>
          <p:nvPr/>
        </p:nvGrpSpPr>
        <p:grpSpPr>
          <a:xfrm>
            <a:off x="423901" y="493512"/>
            <a:ext cx="320775" cy="355155"/>
            <a:chOff x="3224244" y="2081861"/>
            <a:chExt cx="320775" cy="355155"/>
          </a:xfrm>
        </p:grpSpPr>
        <p:sp>
          <p:nvSpPr>
            <p:cNvPr id="687" name="Google Shape;687;p45"/>
            <p:cNvSpPr/>
            <p:nvPr/>
          </p:nvSpPr>
          <p:spPr>
            <a:xfrm>
              <a:off x="3303119" y="2147234"/>
              <a:ext cx="33284" cy="33192"/>
            </a:xfrm>
            <a:custGeom>
              <a:avLst/>
              <a:gdLst/>
              <a:ahLst/>
              <a:cxnLst/>
              <a:rect l="l" t="t" r="r" b="b"/>
              <a:pathLst>
                <a:path w="1087" h="1084" extrusionOk="0">
                  <a:moveTo>
                    <a:pt x="746" y="339"/>
                  </a:moveTo>
                  <a:lnTo>
                    <a:pt x="746" y="745"/>
                  </a:lnTo>
                  <a:lnTo>
                    <a:pt x="340" y="745"/>
                  </a:lnTo>
                  <a:lnTo>
                    <a:pt x="340" y="339"/>
                  </a:lnTo>
                  <a:close/>
                  <a:moveTo>
                    <a:pt x="1" y="0"/>
                  </a:moveTo>
                  <a:lnTo>
                    <a:pt x="1" y="1084"/>
                  </a:lnTo>
                  <a:lnTo>
                    <a:pt x="1086" y="1084"/>
                  </a:lnTo>
                  <a:lnTo>
                    <a:pt x="108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5"/>
            <p:cNvSpPr/>
            <p:nvPr/>
          </p:nvSpPr>
          <p:spPr>
            <a:xfrm>
              <a:off x="3303119" y="2187161"/>
              <a:ext cx="33284" cy="33161"/>
            </a:xfrm>
            <a:custGeom>
              <a:avLst/>
              <a:gdLst/>
              <a:ahLst/>
              <a:cxnLst/>
              <a:rect l="l" t="t" r="r" b="b"/>
              <a:pathLst>
                <a:path w="1087" h="1083" extrusionOk="0">
                  <a:moveTo>
                    <a:pt x="746" y="340"/>
                  </a:moveTo>
                  <a:lnTo>
                    <a:pt x="746" y="745"/>
                  </a:lnTo>
                  <a:lnTo>
                    <a:pt x="340" y="745"/>
                  </a:lnTo>
                  <a:lnTo>
                    <a:pt x="340" y="340"/>
                  </a:lnTo>
                  <a:close/>
                  <a:moveTo>
                    <a:pt x="1" y="1"/>
                  </a:moveTo>
                  <a:lnTo>
                    <a:pt x="1" y="1082"/>
                  </a:lnTo>
                  <a:lnTo>
                    <a:pt x="1086" y="1082"/>
                  </a:lnTo>
                  <a:lnTo>
                    <a:pt x="10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3305355" y="2399384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0" y="0"/>
                  </a:moveTo>
                  <a:lnTo>
                    <a:pt x="0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3305355" y="2382023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5"/>
            <p:cNvSpPr/>
            <p:nvPr/>
          </p:nvSpPr>
          <p:spPr>
            <a:xfrm>
              <a:off x="3453307" y="2416684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1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5"/>
            <p:cNvSpPr/>
            <p:nvPr/>
          </p:nvSpPr>
          <p:spPr>
            <a:xfrm>
              <a:off x="3453307" y="2399384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5"/>
            <p:cNvSpPr/>
            <p:nvPr/>
          </p:nvSpPr>
          <p:spPr>
            <a:xfrm>
              <a:off x="3453307" y="2382023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3224244" y="2081861"/>
              <a:ext cx="320775" cy="293983"/>
            </a:xfrm>
            <a:custGeom>
              <a:avLst/>
              <a:gdLst/>
              <a:ahLst/>
              <a:cxnLst/>
              <a:rect l="l" t="t" r="r" b="b"/>
              <a:pathLst>
                <a:path w="10476" h="9601" extrusionOk="0">
                  <a:moveTo>
                    <a:pt x="3675" y="343"/>
                  </a:moveTo>
                  <a:lnTo>
                    <a:pt x="4545" y="1213"/>
                  </a:lnTo>
                  <a:lnTo>
                    <a:pt x="4545" y="1575"/>
                  </a:lnTo>
                  <a:lnTo>
                    <a:pt x="2356" y="1575"/>
                  </a:lnTo>
                  <a:lnTo>
                    <a:pt x="2356" y="1311"/>
                  </a:lnTo>
                  <a:lnTo>
                    <a:pt x="3568" y="1311"/>
                  </a:lnTo>
                  <a:lnTo>
                    <a:pt x="3568" y="970"/>
                  </a:lnTo>
                  <a:lnTo>
                    <a:pt x="2597" y="970"/>
                  </a:lnTo>
                  <a:lnTo>
                    <a:pt x="3224" y="343"/>
                  </a:lnTo>
                  <a:close/>
                  <a:moveTo>
                    <a:pt x="7244" y="343"/>
                  </a:moveTo>
                  <a:lnTo>
                    <a:pt x="7871" y="970"/>
                  </a:lnTo>
                  <a:lnTo>
                    <a:pt x="7429" y="970"/>
                  </a:lnTo>
                  <a:lnTo>
                    <a:pt x="7429" y="1311"/>
                  </a:lnTo>
                  <a:lnTo>
                    <a:pt x="8112" y="1311"/>
                  </a:lnTo>
                  <a:lnTo>
                    <a:pt x="8112" y="1577"/>
                  </a:lnTo>
                  <a:lnTo>
                    <a:pt x="5927" y="1577"/>
                  </a:lnTo>
                  <a:lnTo>
                    <a:pt x="5927" y="1311"/>
                  </a:lnTo>
                  <a:lnTo>
                    <a:pt x="6775" y="1311"/>
                  </a:lnTo>
                  <a:lnTo>
                    <a:pt x="6775" y="970"/>
                  </a:lnTo>
                  <a:lnTo>
                    <a:pt x="6166" y="970"/>
                  </a:lnTo>
                  <a:lnTo>
                    <a:pt x="6793" y="343"/>
                  </a:lnTo>
                  <a:close/>
                  <a:moveTo>
                    <a:pt x="5586" y="2449"/>
                  </a:moveTo>
                  <a:lnTo>
                    <a:pt x="5586" y="2630"/>
                  </a:lnTo>
                  <a:lnTo>
                    <a:pt x="5235" y="2630"/>
                  </a:lnTo>
                  <a:lnTo>
                    <a:pt x="5235" y="2970"/>
                  </a:lnTo>
                  <a:lnTo>
                    <a:pt x="5586" y="2970"/>
                  </a:lnTo>
                  <a:lnTo>
                    <a:pt x="5586" y="3152"/>
                  </a:lnTo>
                  <a:lnTo>
                    <a:pt x="4885" y="3152"/>
                  </a:lnTo>
                  <a:lnTo>
                    <a:pt x="4885" y="2449"/>
                  </a:lnTo>
                  <a:close/>
                  <a:moveTo>
                    <a:pt x="5586" y="3490"/>
                  </a:moveTo>
                  <a:lnTo>
                    <a:pt x="5586" y="4141"/>
                  </a:lnTo>
                  <a:lnTo>
                    <a:pt x="4885" y="4141"/>
                  </a:lnTo>
                  <a:lnTo>
                    <a:pt x="4885" y="3490"/>
                  </a:lnTo>
                  <a:close/>
                  <a:moveTo>
                    <a:pt x="5586" y="4482"/>
                  </a:moveTo>
                  <a:lnTo>
                    <a:pt x="5586" y="5183"/>
                  </a:lnTo>
                  <a:lnTo>
                    <a:pt x="4885" y="5183"/>
                  </a:lnTo>
                  <a:lnTo>
                    <a:pt x="4885" y="5002"/>
                  </a:lnTo>
                  <a:lnTo>
                    <a:pt x="5235" y="5002"/>
                  </a:lnTo>
                  <a:lnTo>
                    <a:pt x="5235" y="4663"/>
                  </a:lnTo>
                  <a:lnTo>
                    <a:pt x="4885" y="4663"/>
                  </a:lnTo>
                  <a:lnTo>
                    <a:pt x="4885" y="4482"/>
                  </a:lnTo>
                  <a:close/>
                  <a:moveTo>
                    <a:pt x="5586" y="5523"/>
                  </a:moveTo>
                  <a:lnTo>
                    <a:pt x="5586" y="6172"/>
                  </a:lnTo>
                  <a:lnTo>
                    <a:pt x="4885" y="6172"/>
                  </a:lnTo>
                  <a:lnTo>
                    <a:pt x="4885" y="5523"/>
                  </a:lnTo>
                  <a:close/>
                  <a:moveTo>
                    <a:pt x="5586" y="6513"/>
                  </a:moveTo>
                  <a:lnTo>
                    <a:pt x="5586" y="7214"/>
                  </a:lnTo>
                  <a:lnTo>
                    <a:pt x="5405" y="7214"/>
                  </a:lnTo>
                  <a:lnTo>
                    <a:pt x="5405" y="6862"/>
                  </a:lnTo>
                  <a:lnTo>
                    <a:pt x="5066" y="6862"/>
                  </a:lnTo>
                  <a:lnTo>
                    <a:pt x="5066" y="7214"/>
                  </a:lnTo>
                  <a:lnTo>
                    <a:pt x="4885" y="7214"/>
                  </a:lnTo>
                  <a:lnTo>
                    <a:pt x="4885" y="6513"/>
                  </a:lnTo>
                  <a:close/>
                  <a:moveTo>
                    <a:pt x="2015" y="5235"/>
                  </a:moveTo>
                  <a:lnTo>
                    <a:pt x="2015" y="7520"/>
                  </a:lnTo>
                  <a:lnTo>
                    <a:pt x="1678" y="7520"/>
                  </a:lnTo>
                  <a:lnTo>
                    <a:pt x="1678" y="7138"/>
                  </a:lnTo>
                  <a:lnTo>
                    <a:pt x="1337" y="7138"/>
                  </a:lnTo>
                  <a:lnTo>
                    <a:pt x="1337" y="7520"/>
                  </a:lnTo>
                  <a:lnTo>
                    <a:pt x="1020" y="7520"/>
                  </a:lnTo>
                  <a:lnTo>
                    <a:pt x="1020" y="7138"/>
                  </a:lnTo>
                  <a:lnTo>
                    <a:pt x="682" y="7138"/>
                  </a:lnTo>
                  <a:lnTo>
                    <a:pt x="682" y="7520"/>
                  </a:lnTo>
                  <a:lnTo>
                    <a:pt x="334" y="7520"/>
                  </a:lnTo>
                  <a:lnTo>
                    <a:pt x="334" y="6915"/>
                  </a:lnTo>
                  <a:lnTo>
                    <a:pt x="2015" y="5235"/>
                  </a:lnTo>
                  <a:close/>
                  <a:moveTo>
                    <a:pt x="8455" y="5235"/>
                  </a:moveTo>
                  <a:lnTo>
                    <a:pt x="10134" y="6915"/>
                  </a:lnTo>
                  <a:lnTo>
                    <a:pt x="10134" y="7520"/>
                  </a:lnTo>
                  <a:lnTo>
                    <a:pt x="9788" y="7520"/>
                  </a:lnTo>
                  <a:lnTo>
                    <a:pt x="9788" y="7138"/>
                  </a:lnTo>
                  <a:lnTo>
                    <a:pt x="9448" y="7138"/>
                  </a:lnTo>
                  <a:lnTo>
                    <a:pt x="9448" y="7520"/>
                  </a:lnTo>
                  <a:lnTo>
                    <a:pt x="9131" y="7520"/>
                  </a:lnTo>
                  <a:lnTo>
                    <a:pt x="9131" y="7138"/>
                  </a:lnTo>
                  <a:lnTo>
                    <a:pt x="8792" y="7138"/>
                  </a:lnTo>
                  <a:lnTo>
                    <a:pt x="8792" y="7520"/>
                  </a:lnTo>
                  <a:lnTo>
                    <a:pt x="8455" y="7520"/>
                  </a:lnTo>
                  <a:lnTo>
                    <a:pt x="8455" y="5235"/>
                  </a:lnTo>
                  <a:close/>
                  <a:moveTo>
                    <a:pt x="3976" y="8087"/>
                  </a:moveTo>
                  <a:lnTo>
                    <a:pt x="4545" y="8654"/>
                  </a:lnTo>
                  <a:lnTo>
                    <a:pt x="4545" y="9260"/>
                  </a:lnTo>
                  <a:lnTo>
                    <a:pt x="2356" y="9260"/>
                  </a:lnTo>
                  <a:lnTo>
                    <a:pt x="2356" y="8654"/>
                  </a:lnTo>
                  <a:lnTo>
                    <a:pt x="2925" y="8087"/>
                  </a:lnTo>
                  <a:close/>
                  <a:moveTo>
                    <a:pt x="7545" y="8087"/>
                  </a:moveTo>
                  <a:lnTo>
                    <a:pt x="8114" y="8654"/>
                  </a:lnTo>
                  <a:lnTo>
                    <a:pt x="8114" y="9260"/>
                  </a:lnTo>
                  <a:lnTo>
                    <a:pt x="5927" y="9260"/>
                  </a:lnTo>
                  <a:lnTo>
                    <a:pt x="5927" y="8654"/>
                  </a:lnTo>
                  <a:lnTo>
                    <a:pt x="6494" y="8087"/>
                  </a:lnTo>
                  <a:close/>
                  <a:moveTo>
                    <a:pt x="3088" y="1"/>
                  </a:moveTo>
                  <a:lnTo>
                    <a:pt x="2021" y="1068"/>
                  </a:lnTo>
                  <a:lnTo>
                    <a:pt x="2021" y="2972"/>
                  </a:lnTo>
                  <a:lnTo>
                    <a:pt x="2361" y="2972"/>
                  </a:lnTo>
                  <a:lnTo>
                    <a:pt x="2361" y="1912"/>
                  </a:lnTo>
                  <a:lnTo>
                    <a:pt x="4548" y="1912"/>
                  </a:lnTo>
                  <a:lnTo>
                    <a:pt x="4548" y="7745"/>
                  </a:lnTo>
                  <a:lnTo>
                    <a:pt x="2361" y="7745"/>
                  </a:lnTo>
                  <a:lnTo>
                    <a:pt x="2361" y="3313"/>
                  </a:lnTo>
                  <a:lnTo>
                    <a:pt x="2021" y="3313"/>
                  </a:lnTo>
                  <a:lnTo>
                    <a:pt x="2021" y="4750"/>
                  </a:lnTo>
                  <a:lnTo>
                    <a:pt x="0" y="6770"/>
                  </a:lnTo>
                  <a:lnTo>
                    <a:pt x="0" y="7857"/>
                  </a:lnTo>
                  <a:lnTo>
                    <a:pt x="2021" y="7857"/>
                  </a:lnTo>
                  <a:lnTo>
                    <a:pt x="2021" y="8086"/>
                  </a:lnTo>
                  <a:lnTo>
                    <a:pt x="2450" y="8086"/>
                  </a:lnTo>
                  <a:lnTo>
                    <a:pt x="2021" y="8515"/>
                  </a:lnTo>
                  <a:lnTo>
                    <a:pt x="2021" y="9600"/>
                  </a:lnTo>
                  <a:lnTo>
                    <a:pt x="4885" y="9600"/>
                  </a:lnTo>
                  <a:lnTo>
                    <a:pt x="4885" y="8515"/>
                  </a:lnTo>
                  <a:lnTo>
                    <a:pt x="4456" y="8086"/>
                  </a:lnTo>
                  <a:lnTo>
                    <a:pt x="4885" y="8086"/>
                  </a:lnTo>
                  <a:lnTo>
                    <a:pt x="4885" y="7553"/>
                  </a:lnTo>
                  <a:lnTo>
                    <a:pt x="5586" y="7553"/>
                  </a:lnTo>
                  <a:lnTo>
                    <a:pt x="5586" y="8086"/>
                  </a:lnTo>
                  <a:lnTo>
                    <a:pt x="6014" y="8086"/>
                  </a:lnTo>
                  <a:lnTo>
                    <a:pt x="5586" y="8515"/>
                  </a:lnTo>
                  <a:lnTo>
                    <a:pt x="5586" y="9600"/>
                  </a:lnTo>
                  <a:lnTo>
                    <a:pt x="8455" y="9600"/>
                  </a:lnTo>
                  <a:lnTo>
                    <a:pt x="8455" y="8515"/>
                  </a:lnTo>
                  <a:lnTo>
                    <a:pt x="8025" y="8086"/>
                  </a:lnTo>
                  <a:lnTo>
                    <a:pt x="8455" y="8086"/>
                  </a:lnTo>
                  <a:lnTo>
                    <a:pt x="8455" y="7857"/>
                  </a:lnTo>
                  <a:lnTo>
                    <a:pt x="10475" y="7857"/>
                  </a:lnTo>
                  <a:lnTo>
                    <a:pt x="10475" y="6770"/>
                  </a:lnTo>
                  <a:lnTo>
                    <a:pt x="8455" y="4753"/>
                  </a:lnTo>
                  <a:lnTo>
                    <a:pt x="8455" y="4447"/>
                  </a:lnTo>
                  <a:lnTo>
                    <a:pt x="8149" y="4447"/>
                  </a:lnTo>
                  <a:lnTo>
                    <a:pt x="8114" y="4413"/>
                  </a:lnTo>
                  <a:lnTo>
                    <a:pt x="8114" y="7747"/>
                  </a:lnTo>
                  <a:lnTo>
                    <a:pt x="5927" y="7747"/>
                  </a:lnTo>
                  <a:lnTo>
                    <a:pt x="5927" y="1914"/>
                  </a:lnTo>
                  <a:lnTo>
                    <a:pt x="8114" y="1914"/>
                  </a:lnTo>
                  <a:lnTo>
                    <a:pt x="8114" y="4105"/>
                  </a:lnTo>
                  <a:lnTo>
                    <a:pt x="8455" y="4105"/>
                  </a:lnTo>
                  <a:lnTo>
                    <a:pt x="8455" y="1068"/>
                  </a:lnTo>
                  <a:lnTo>
                    <a:pt x="7388" y="1"/>
                  </a:lnTo>
                  <a:lnTo>
                    <a:pt x="6656" y="1"/>
                  </a:lnTo>
                  <a:lnTo>
                    <a:pt x="5588" y="1068"/>
                  </a:lnTo>
                  <a:lnTo>
                    <a:pt x="5588" y="2108"/>
                  </a:lnTo>
                  <a:lnTo>
                    <a:pt x="4887" y="2108"/>
                  </a:lnTo>
                  <a:lnTo>
                    <a:pt x="4887" y="1068"/>
                  </a:lnTo>
                  <a:lnTo>
                    <a:pt x="38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3320052" y="2349658"/>
              <a:ext cx="10411" cy="10472"/>
            </a:xfrm>
            <a:custGeom>
              <a:avLst/>
              <a:gdLst/>
              <a:ahLst/>
              <a:cxnLst/>
              <a:rect l="l" t="t" r="r" b="b"/>
              <a:pathLst>
                <a:path w="340" h="342" extrusionOk="0">
                  <a:moveTo>
                    <a:pt x="0" y="1"/>
                  </a:moveTo>
                  <a:lnTo>
                    <a:pt x="0" y="342"/>
                  </a:lnTo>
                  <a:lnTo>
                    <a:pt x="339" y="342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3302691" y="2349658"/>
              <a:ext cx="10441" cy="10472"/>
            </a:xfrm>
            <a:custGeom>
              <a:avLst/>
              <a:gdLst/>
              <a:ahLst/>
              <a:cxnLst/>
              <a:rect l="l" t="t" r="r" b="b"/>
              <a:pathLst>
                <a:path w="341" h="342" extrusionOk="0">
                  <a:moveTo>
                    <a:pt x="0" y="1"/>
                  </a:moveTo>
                  <a:lnTo>
                    <a:pt x="0" y="342"/>
                  </a:lnTo>
                  <a:lnTo>
                    <a:pt x="341" y="342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3337352" y="2349658"/>
              <a:ext cx="21067" cy="10472"/>
            </a:xfrm>
            <a:custGeom>
              <a:avLst/>
              <a:gdLst/>
              <a:ahLst/>
              <a:cxnLst/>
              <a:rect l="l" t="t" r="r" b="b"/>
              <a:pathLst>
                <a:path w="688" h="342" extrusionOk="0">
                  <a:moveTo>
                    <a:pt x="1" y="1"/>
                  </a:moveTo>
                  <a:lnTo>
                    <a:pt x="1" y="342"/>
                  </a:lnTo>
                  <a:lnTo>
                    <a:pt x="688" y="342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3428628" y="2349658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0" y="1"/>
                  </a:moveTo>
                  <a:lnTo>
                    <a:pt x="0" y="342"/>
                  </a:lnTo>
                  <a:lnTo>
                    <a:pt x="341" y="342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3445989" y="2349658"/>
              <a:ext cx="21067" cy="10472"/>
            </a:xfrm>
            <a:custGeom>
              <a:avLst/>
              <a:gdLst/>
              <a:ahLst/>
              <a:cxnLst/>
              <a:rect l="l" t="t" r="r" b="b"/>
              <a:pathLst>
                <a:path w="688" h="342" extrusionOk="0">
                  <a:moveTo>
                    <a:pt x="1" y="1"/>
                  </a:moveTo>
                  <a:lnTo>
                    <a:pt x="1" y="342"/>
                  </a:lnTo>
                  <a:lnTo>
                    <a:pt x="687" y="342"/>
                  </a:lnTo>
                  <a:lnTo>
                    <a:pt x="6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5"/>
            <p:cNvSpPr/>
            <p:nvPr/>
          </p:nvSpPr>
          <p:spPr>
            <a:xfrm>
              <a:off x="3411328" y="2349658"/>
              <a:ext cx="10380" cy="10472"/>
            </a:xfrm>
            <a:custGeom>
              <a:avLst/>
              <a:gdLst/>
              <a:ahLst/>
              <a:cxnLst/>
              <a:rect l="l" t="t" r="r" b="b"/>
              <a:pathLst>
                <a:path w="339" h="342" extrusionOk="0">
                  <a:moveTo>
                    <a:pt x="0" y="1"/>
                  </a:moveTo>
                  <a:lnTo>
                    <a:pt x="0" y="342"/>
                  </a:lnTo>
                  <a:lnTo>
                    <a:pt x="339" y="342"/>
                  </a:lnTo>
                  <a:lnTo>
                    <a:pt x="33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5"/>
            <p:cNvSpPr/>
            <p:nvPr/>
          </p:nvSpPr>
          <p:spPr>
            <a:xfrm>
              <a:off x="3452143" y="2183548"/>
              <a:ext cx="10472" cy="84113"/>
            </a:xfrm>
            <a:custGeom>
              <a:avLst/>
              <a:gdLst/>
              <a:ahLst/>
              <a:cxnLst/>
              <a:rect l="l" t="t" r="r" b="b"/>
              <a:pathLst>
                <a:path w="342" h="2747" extrusionOk="0">
                  <a:moveTo>
                    <a:pt x="1" y="1"/>
                  </a:moveTo>
                  <a:lnTo>
                    <a:pt x="1" y="2746"/>
                  </a:lnTo>
                  <a:lnTo>
                    <a:pt x="341" y="2746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5"/>
            <p:cNvSpPr/>
            <p:nvPr/>
          </p:nvSpPr>
          <p:spPr>
            <a:xfrm>
              <a:off x="3452143" y="2166187"/>
              <a:ext cx="10472" cy="10472"/>
            </a:xfrm>
            <a:custGeom>
              <a:avLst/>
              <a:gdLst/>
              <a:ahLst/>
              <a:cxnLst/>
              <a:rect l="l" t="t" r="r" b="b"/>
              <a:pathLst>
                <a:path w="342" h="342" extrusionOk="0">
                  <a:moveTo>
                    <a:pt x="1" y="1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5"/>
            <p:cNvSpPr/>
            <p:nvPr/>
          </p:nvSpPr>
          <p:spPr>
            <a:xfrm>
              <a:off x="3452143" y="2148887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5"/>
            <p:cNvSpPr/>
            <p:nvPr/>
          </p:nvSpPr>
          <p:spPr>
            <a:xfrm>
              <a:off x="3343965" y="2288266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0" y="0"/>
                  </a:moveTo>
                  <a:lnTo>
                    <a:pt x="0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5"/>
            <p:cNvSpPr/>
            <p:nvPr/>
          </p:nvSpPr>
          <p:spPr>
            <a:xfrm>
              <a:off x="3343965" y="2270936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0" y="1"/>
                  </a:moveTo>
                  <a:lnTo>
                    <a:pt x="0" y="340"/>
                  </a:lnTo>
                  <a:lnTo>
                    <a:pt x="341" y="340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5"/>
            <p:cNvSpPr/>
            <p:nvPr/>
          </p:nvSpPr>
          <p:spPr>
            <a:xfrm>
              <a:off x="3343965" y="2148887"/>
              <a:ext cx="10472" cy="115162"/>
            </a:xfrm>
            <a:custGeom>
              <a:avLst/>
              <a:gdLst/>
              <a:ahLst/>
              <a:cxnLst/>
              <a:rect l="l" t="t" r="r" b="b"/>
              <a:pathLst>
                <a:path w="342" h="3761" extrusionOk="0">
                  <a:moveTo>
                    <a:pt x="0" y="0"/>
                  </a:moveTo>
                  <a:lnTo>
                    <a:pt x="0" y="3760"/>
                  </a:lnTo>
                  <a:lnTo>
                    <a:pt x="341" y="3760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5"/>
            <p:cNvSpPr/>
            <p:nvPr/>
          </p:nvSpPr>
          <p:spPr>
            <a:xfrm>
              <a:off x="3304620" y="2237867"/>
              <a:ext cx="10472" cy="59342"/>
            </a:xfrm>
            <a:custGeom>
              <a:avLst/>
              <a:gdLst/>
              <a:ahLst/>
              <a:cxnLst/>
              <a:rect l="l" t="t" r="r" b="b"/>
              <a:pathLst>
                <a:path w="342" h="1938" extrusionOk="0">
                  <a:moveTo>
                    <a:pt x="1" y="1"/>
                  </a:moveTo>
                  <a:lnTo>
                    <a:pt x="1" y="1938"/>
                  </a:lnTo>
                  <a:lnTo>
                    <a:pt x="341" y="1938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5"/>
            <p:cNvSpPr/>
            <p:nvPr/>
          </p:nvSpPr>
          <p:spPr>
            <a:xfrm>
              <a:off x="3414757" y="2296227"/>
              <a:ext cx="38857" cy="10411"/>
            </a:xfrm>
            <a:custGeom>
              <a:avLst/>
              <a:gdLst/>
              <a:ahLst/>
              <a:cxnLst/>
              <a:rect l="l" t="t" r="r" b="b"/>
              <a:pathLst>
                <a:path w="1269" h="340" extrusionOk="0">
                  <a:moveTo>
                    <a:pt x="0" y="1"/>
                  </a:moveTo>
                  <a:lnTo>
                    <a:pt x="0" y="340"/>
                  </a:lnTo>
                  <a:lnTo>
                    <a:pt x="1269" y="340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5"/>
            <p:cNvSpPr/>
            <p:nvPr/>
          </p:nvSpPr>
          <p:spPr>
            <a:xfrm>
              <a:off x="3285942" y="2426512"/>
              <a:ext cx="10380" cy="10472"/>
            </a:xfrm>
            <a:custGeom>
              <a:avLst/>
              <a:gdLst/>
              <a:ahLst/>
              <a:cxnLst/>
              <a:rect l="l" t="t" r="r" b="b"/>
              <a:pathLst>
                <a:path w="339" h="342" extrusionOk="0">
                  <a:moveTo>
                    <a:pt x="0" y="0"/>
                  </a:moveTo>
                  <a:lnTo>
                    <a:pt x="0" y="341"/>
                  </a:lnTo>
                  <a:lnTo>
                    <a:pt x="339" y="341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5"/>
            <p:cNvSpPr/>
            <p:nvPr/>
          </p:nvSpPr>
          <p:spPr>
            <a:xfrm>
              <a:off x="3285942" y="2409213"/>
              <a:ext cx="10380" cy="10380"/>
            </a:xfrm>
            <a:custGeom>
              <a:avLst/>
              <a:gdLst/>
              <a:ahLst/>
              <a:cxnLst/>
              <a:rect l="l" t="t" r="r" b="b"/>
              <a:pathLst>
                <a:path w="339" h="339" extrusionOk="0">
                  <a:moveTo>
                    <a:pt x="0" y="0"/>
                  </a:moveTo>
                  <a:lnTo>
                    <a:pt x="0" y="339"/>
                  </a:lnTo>
                  <a:lnTo>
                    <a:pt x="339" y="339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45"/>
            <p:cNvSpPr/>
            <p:nvPr/>
          </p:nvSpPr>
          <p:spPr>
            <a:xfrm>
              <a:off x="3285942" y="2382023"/>
              <a:ext cx="10380" cy="20332"/>
            </a:xfrm>
            <a:custGeom>
              <a:avLst/>
              <a:gdLst/>
              <a:ahLst/>
              <a:cxnLst/>
              <a:rect l="l" t="t" r="r" b="b"/>
              <a:pathLst>
                <a:path w="339" h="664" extrusionOk="0">
                  <a:moveTo>
                    <a:pt x="0" y="0"/>
                  </a:moveTo>
                  <a:lnTo>
                    <a:pt x="0" y="663"/>
                  </a:lnTo>
                  <a:lnTo>
                    <a:pt x="339" y="663"/>
                  </a:lnTo>
                  <a:lnTo>
                    <a:pt x="3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45"/>
            <p:cNvSpPr/>
            <p:nvPr/>
          </p:nvSpPr>
          <p:spPr>
            <a:xfrm>
              <a:off x="3395283" y="2382023"/>
              <a:ext cx="10472" cy="49849"/>
            </a:xfrm>
            <a:custGeom>
              <a:avLst/>
              <a:gdLst/>
              <a:ahLst/>
              <a:cxnLst/>
              <a:rect l="l" t="t" r="r" b="b"/>
              <a:pathLst>
                <a:path w="342" h="1628" extrusionOk="0">
                  <a:moveTo>
                    <a:pt x="0" y="0"/>
                  </a:moveTo>
                  <a:lnTo>
                    <a:pt x="0" y="1627"/>
                  </a:lnTo>
                  <a:lnTo>
                    <a:pt x="341" y="1627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45"/>
            <p:cNvSpPr/>
            <p:nvPr/>
          </p:nvSpPr>
          <p:spPr>
            <a:xfrm>
              <a:off x="3324706" y="2382023"/>
              <a:ext cx="10411" cy="54994"/>
            </a:xfrm>
            <a:custGeom>
              <a:avLst/>
              <a:gdLst/>
              <a:ahLst/>
              <a:cxnLst/>
              <a:rect l="l" t="t" r="r" b="b"/>
              <a:pathLst>
                <a:path w="340" h="1796" extrusionOk="0">
                  <a:moveTo>
                    <a:pt x="1" y="0"/>
                  </a:moveTo>
                  <a:lnTo>
                    <a:pt x="1" y="1796"/>
                  </a:lnTo>
                  <a:lnTo>
                    <a:pt x="340" y="1796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45"/>
            <p:cNvSpPr/>
            <p:nvPr/>
          </p:nvSpPr>
          <p:spPr>
            <a:xfrm>
              <a:off x="3472689" y="2426512"/>
              <a:ext cx="10441" cy="10472"/>
            </a:xfrm>
            <a:custGeom>
              <a:avLst/>
              <a:gdLst/>
              <a:ahLst/>
              <a:cxnLst/>
              <a:rect l="l" t="t" r="r" b="b"/>
              <a:pathLst>
                <a:path w="341" h="342" extrusionOk="0">
                  <a:moveTo>
                    <a:pt x="0" y="0"/>
                  </a:moveTo>
                  <a:lnTo>
                    <a:pt x="0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45"/>
            <p:cNvSpPr/>
            <p:nvPr/>
          </p:nvSpPr>
          <p:spPr>
            <a:xfrm>
              <a:off x="3472689" y="2382023"/>
              <a:ext cx="10441" cy="20332"/>
            </a:xfrm>
            <a:custGeom>
              <a:avLst/>
              <a:gdLst/>
              <a:ahLst/>
              <a:cxnLst/>
              <a:rect l="l" t="t" r="r" b="b"/>
              <a:pathLst>
                <a:path w="341" h="664" extrusionOk="0">
                  <a:moveTo>
                    <a:pt x="0" y="0"/>
                  </a:moveTo>
                  <a:lnTo>
                    <a:pt x="0" y="663"/>
                  </a:lnTo>
                  <a:lnTo>
                    <a:pt x="341" y="663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45"/>
            <p:cNvSpPr/>
            <p:nvPr/>
          </p:nvSpPr>
          <p:spPr>
            <a:xfrm>
              <a:off x="3472689" y="2409213"/>
              <a:ext cx="10441" cy="10380"/>
            </a:xfrm>
            <a:custGeom>
              <a:avLst/>
              <a:gdLst/>
              <a:ahLst/>
              <a:cxnLst/>
              <a:rect l="l" t="t" r="r" b="b"/>
              <a:pathLst>
                <a:path w="341" h="339" extrusionOk="0">
                  <a:moveTo>
                    <a:pt x="0" y="0"/>
                  </a:moveTo>
                  <a:lnTo>
                    <a:pt x="0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45"/>
            <p:cNvSpPr/>
            <p:nvPr/>
          </p:nvSpPr>
          <p:spPr>
            <a:xfrm>
              <a:off x="3363378" y="2399384"/>
              <a:ext cx="10472" cy="10411"/>
            </a:xfrm>
            <a:custGeom>
              <a:avLst/>
              <a:gdLst/>
              <a:ahLst/>
              <a:cxnLst/>
              <a:rect l="l" t="t" r="r" b="b"/>
              <a:pathLst>
                <a:path w="342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1" y="339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5"/>
            <p:cNvSpPr/>
            <p:nvPr/>
          </p:nvSpPr>
          <p:spPr>
            <a:xfrm>
              <a:off x="3363378" y="2382023"/>
              <a:ext cx="10472" cy="10441"/>
            </a:xfrm>
            <a:custGeom>
              <a:avLst/>
              <a:gdLst/>
              <a:ahLst/>
              <a:cxnLst/>
              <a:rect l="l" t="t" r="r" b="b"/>
              <a:pathLst>
                <a:path w="342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1" y="341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45"/>
            <p:cNvSpPr/>
            <p:nvPr/>
          </p:nvSpPr>
          <p:spPr>
            <a:xfrm>
              <a:off x="3363378" y="2416684"/>
              <a:ext cx="10472" cy="16504"/>
            </a:xfrm>
            <a:custGeom>
              <a:avLst/>
              <a:gdLst/>
              <a:ahLst/>
              <a:cxnLst/>
              <a:rect l="l" t="t" r="r" b="b"/>
              <a:pathLst>
                <a:path w="342" h="539" extrusionOk="0">
                  <a:moveTo>
                    <a:pt x="1" y="1"/>
                  </a:moveTo>
                  <a:lnTo>
                    <a:pt x="1" y="539"/>
                  </a:lnTo>
                  <a:lnTo>
                    <a:pt x="341" y="539"/>
                  </a:lnTo>
                  <a:lnTo>
                    <a:pt x="34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45"/>
            <p:cNvSpPr/>
            <p:nvPr/>
          </p:nvSpPr>
          <p:spPr>
            <a:xfrm>
              <a:off x="3433955" y="2382023"/>
              <a:ext cx="10472" cy="27497"/>
            </a:xfrm>
            <a:custGeom>
              <a:avLst/>
              <a:gdLst/>
              <a:ahLst/>
              <a:cxnLst/>
              <a:rect l="l" t="t" r="r" b="b"/>
              <a:pathLst>
                <a:path w="342" h="898" extrusionOk="0">
                  <a:moveTo>
                    <a:pt x="0" y="0"/>
                  </a:moveTo>
                  <a:lnTo>
                    <a:pt x="0" y="897"/>
                  </a:lnTo>
                  <a:lnTo>
                    <a:pt x="341" y="897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45"/>
            <p:cNvSpPr/>
            <p:nvPr/>
          </p:nvSpPr>
          <p:spPr>
            <a:xfrm>
              <a:off x="3343965" y="2382023"/>
              <a:ext cx="10472" cy="36958"/>
            </a:xfrm>
            <a:custGeom>
              <a:avLst/>
              <a:gdLst/>
              <a:ahLst/>
              <a:cxnLst/>
              <a:rect l="l" t="t" r="r" b="b"/>
              <a:pathLst>
                <a:path w="342" h="1207" extrusionOk="0">
                  <a:moveTo>
                    <a:pt x="0" y="0"/>
                  </a:moveTo>
                  <a:lnTo>
                    <a:pt x="0" y="1207"/>
                  </a:lnTo>
                  <a:lnTo>
                    <a:pt x="341" y="1207"/>
                  </a:lnTo>
                  <a:lnTo>
                    <a:pt x="3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45"/>
            <p:cNvSpPr/>
            <p:nvPr/>
          </p:nvSpPr>
          <p:spPr>
            <a:xfrm>
              <a:off x="3414635" y="2382023"/>
              <a:ext cx="10411" cy="10441"/>
            </a:xfrm>
            <a:custGeom>
              <a:avLst/>
              <a:gdLst/>
              <a:ahLst/>
              <a:cxnLst/>
              <a:rect l="l" t="t" r="r" b="b"/>
              <a:pathLst>
                <a:path w="340" h="341" extrusionOk="0">
                  <a:moveTo>
                    <a:pt x="1" y="0"/>
                  </a:moveTo>
                  <a:lnTo>
                    <a:pt x="1" y="341"/>
                  </a:lnTo>
                  <a:lnTo>
                    <a:pt x="340" y="341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45"/>
            <p:cNvSpPr/>
            <p:nvPr/>
          </p:nvSpPr>
          <p:spPr>
            <a:xfrm>
              <a:off x="3414635" y="2416684"/>
              <a:ext cx="10411" cy="16504"/>
            </a:xfrm>
            <a:custGeom>
              <a:avLst/>
              <a:gdLst/>
              <a:ahLst/>
              <a:cxnLst/>
              <a:rect l="l" t="t" r="r" b="b"/>
              <a:pathLst>
                <a:path w="340" h="539" extrusionOk="0">
                  <a:moveTo>
                    <a:pt x="1" y="1"/>
                  </a:moveTo>
                  <a:lnTo>
                    <a:pt x="1" y="539"/>
                  </a:lnTo>
                  <a:lnTo>
                    <a:pt x="340" y="539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45"/>
            <p:cNvSpPr/>
            <p:nvPr/>
          </p:nvSpPr>
          <p:spPr>
            <a:xfrm>
              <a:off x="3414635" y="2399384"/>
              <a:ext cx="10411" cy="10411"/>
            </a:xfrm>
            <a:custGeom>
              <a:avLst/>
              <a:gdLst/>
              <a:ahLst/>
              <a:cxnLst/>
              <a:rect l="l" t="t" r="r" b="b"/>
              <a:pathLst>
                <a:path w="340" h="340" extrusionOk="0">
                  <a:moveTo>
                    <a:pt x="1" y="0"/>
                  </a:moveTo>
                  <a:lnTo>
                    <a:pt x="1" y="339"/>
                  </a:lnTo>
                  <a:lnTo>
                    <a:pt x="340" y="339"/>
                  </a:lnTo>
                  <a:lnTo>
                    <a:pt x="3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8"/>
          <p:cNvSpPr txBox="1">
            <a:spLocks noGrp="1"/>
          </p:cNvSpPr>
          <p:nvPr>
            <p:ph type="title"/>
          </p:nvPr>
        </p:nvSpPr>
        <p:spPr>
          <a:xfrm>
            <a:off x="527823" y="955050"/>
            <a:ext cx="8140391" cy="32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Благодаря за вниманието!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-fi Short Film Pitch Deck by Slidesgo">
  <a:themeElements>
    <a:clrScheme name="Simple Light">
      <a:dk1>
        <a:srgbClr val="161616"/>
      </a:dk1>
      <a:lt1>
        <a:srgbClr val="FFFFFF"/>
      </a:lt1>
      <a:dk2>
        <a:srgbClr val="FAF9EC"/>
      </a:dk2>
      <a:lt2>
        <a:srgbClr val="160D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AF9E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271</Words>
  <Application>Microsoft Office PowerPoint</Application>
  <PresentationFormat>Презентация на цял екран (16:9)</PresentationFormat>
  <Paragraphs>77</Paragraphs>
  <Slides>16</Slides>
  <Notes>16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16</vt:i4>
      </vt:variant>
    </vt:vector>
  </HeadingPairs>
  <TitlesOfParts>
    <vt:vector size="21" baseType="lpstr">
      <vt:lpstr>Cinzel</vt:lpstr>
      <vt:lpstr>Arial</vt:lpstr>
      <vt:lpstr>Inter</vt:lpstr>
      <vt:lpstr>Jua</vt:lpstr>
      <vt:lpstr>Sci-fi Short Film Pitch Deck by Slidesgo</vt:lpstr>
      <vt:lpstr>Cosmic Explorer</vt:lpstr>
      <vt:lpstr>Обща информация</vt:lpstr>
      <vt:lpstr>Обща информация</vt:lpstr>
      <vt:lpstr>Използвани технологии</vt:lpstr>
      <vt:lpstr>Използвани технологии</vt:lpstr>
      <vt:lpstr>Архитектура</vt:lpstr>
      <vt:lpstr>Презентация на PowerPoint</vt:lpstr>
      <vt:lpstr>Дизайн на базата данни</vt:lpstr>
      <vt:lpstr>Дизайн на базата данни</vt:lpstr>
      <vt:lpstr>Контролери</vt:lpstr>
      <vt:lpstr>Основни контролери</vt:lpstr>
      <vt:lpstr>Автентикация и Identity</vt:lpstr>
      <vt:lpstr>Автентикация и Identity</vt:lpstr>
      <vt:lpstr>Допълнения</vt:lpstr>
      <vt:lpstr>Конфигурация на базата данни</vt:lpstr>
      <vt:lpstr>Благодаря за вниманието!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Денис С. Ангелов</cp:lastModifiedBy>
  <cp:revision>2</cp:revision>
  <dcterms:modified xsi:type="dcterms:W3CDTF">2026-02-15T11:56:23Z</dcterms:modified>
</cp:coreProperties>
</file>